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34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</p:sldIdLst>
  <p:sldSz cx="9144000" cy="5143500" type="screen16x9"/>
  <p:notesSz cx="6858000" cy="9144000"/>
  <p:embeddedFontLst>
    <p:embeddedFont>
      <p:font typeface="Roboto" panose="020B0604020202020204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3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2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1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6275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219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e9c557741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e9c557741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679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9c55774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9c55774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7946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9c557741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e9c557741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982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9c557741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9c557741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222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9c557741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9c557741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376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9c557741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9c557741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216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9c557741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e9c557741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54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9c557741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e9c557741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817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9c557741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9c557741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19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9cca2f8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9cca2f82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167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9cca2f82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9cca2f82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4609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9cca2f82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e9cca2f82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482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9cca2f82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e9cca2f82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820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9cca2f82b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9cca2f82b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497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9cca2f82b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e9cca2f82b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274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9cca2f82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9cca2f82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703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9cca2f82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9cca2f82b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768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9cca2f82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9cca2f82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834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9cca2f82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9cca2f82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3106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9cca2f82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9cca2f82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371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9cca2f82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9cca2f82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80134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9cca2f82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9cca2f82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890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9cca2f82b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9cca2f82b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26819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9cca2f82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e9cca2f82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222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9cca2f82b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9cca2f82b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991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9cca2f82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e9cca2f82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1614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9cca2f82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9cca2f82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5362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e9cca2f82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e9cca2f82b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874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9cca2f82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9cca2f82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6573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e9cca2f82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e9cca2f82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0981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9cca2f82b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e9cca2f82b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062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9cca2f82b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9cca2f82b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7016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9cca2f82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9cca2f82b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93857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9cca2f82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9cca2f82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3633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9cca2f82b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9cca2f82b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2428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e9cca2f82b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e9cca2f82b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5939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9cca2f82b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e9cca2f82b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1147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e9cca2f82b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e9cca2f82b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53452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9cca2f82b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9cca2f82b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214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9cca2f82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e9cca2f82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7746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e9cca2f82b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e9cca2f82b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9897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9cca2f82b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e9cca2f82b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64629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9cca2f82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e9cca2f82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5896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9cca2f82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9cca2f82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5423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9cca2f82b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9cca2f82b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2226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e9cca2f82b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e9cca2f82b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23305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e9cca2f82b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e9cca2f82b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7699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9cca2f82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e9cca2f82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72055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9cca2f82b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e9cca2f82b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225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9cca2f82b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e9cca2f82b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6795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e9cca2f82b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e9cca2f82b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207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9cca2f82b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9cca2f82b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0080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9cca2f82b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9cca2f82b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8980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e9cca2f82b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e9cca2f82b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9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e9cca2f82b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e9cca2f82b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27197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e9cca2f82b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e9cca2f82b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13906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9cca2f82b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e9cca2f82b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8722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9cca2f82b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9cca2f82b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5343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9cca2f82b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9cca2f82b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0414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9cca2f82b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e9cca2f82b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0516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e9cca2f82b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e9cca2f82b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04696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e9cca2f82b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e9cca2f82b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782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e9cca2f82b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e9cca2f82b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38747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9cca2f82b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9cca2f82b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99768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e9cca2f82b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e9cca2f82b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742650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9cca2f82b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e9cca2f82b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99842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9cca2f82b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e9cca2f82b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568816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e9cca2f82b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e9cca2f82b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7718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9cca2f82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e9cca2f82b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61754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e9cca2f82b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e9cca2f82b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59413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e9cca2f82b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e9cca2f82b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898749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e9cca2f82b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e9cca2f82b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534996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e9cca2f82b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e9cca2f82b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3190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e9cca2f82b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e9cca2f82b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3109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e9cca2f82b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e9cca2f82b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64778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e9cca2f82b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e9cca2f82b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719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e9cca2f82b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e9cca2f82b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5910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tasks/tools/install-kubectl-windows/" TargetMode="External"/><Relationship Id="rId7" Type="http://schemas.openxmlformats.org/officeDocument/2006/relationships/hyperlink" Target="https://www.virtualbox.org/wiki/Downloads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docker.com/desktop/install/windows-install/" TargetMode="External"/><Relationship Id="rId5" Type="http://schemas.openxmlformats.org/officeDocument/2006/relationships/hyperlink" Target="https://www.youtube.com/redirect?event=video_description&amp;redir_token=QUFFLUhqbWJNbVk0aW5PTFBOem5YakJ1NU9iMUMtNXBEZ3xBQ3Jtc0tsUTV0YnNtTmFqY3VfTmFfWmlKS3AzQkI5dmMyUy1ueVpOT1piQU84ZFdoOFpnakZrOWc3dlgzeEJMQmJHR0l2cmJsOTR3NXlQMFY4UzlxTEJIZDg5NC1XUGJtSmtvT2ZmemRmVGV2TTliUzQ2UUo5UQ&amp;q=https://docs.docker.com/desktop/windows/install/&amp;v=xhxmExC9N1U" TargetMode="External"/><Relationship Id="rId4" Type="http://schemas.openxmlformats.org/officeDocument/2006/relationships/hyperlink" Target="https://v1-18.docs.kubernetes.io/docs/tasks/tools/install-minikube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hxmExC9N1U&amp;list=PLVz2XdJiJQxybsyOxK7WFtteH42ayn5i9&amp;index=4&amp;t=554s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xhxmExC9N1U&amp;list=PLVz2XdJiJQxybsyOxK7WFtteH42ayn5i9&amp;index=4&amp;t=610s" TargetMode="External"/><Relationship Id="rId4" Type="http://schemas.openxmlformats.org/officeDocument/2006/relationships/hyperlink" Target="https://www.youtube.com/watch?v=xhxmExC9N1U&amp;list=PLVz2XdJiJQxybsyOxK7WFtteH42ayn5i9&amp;index=4&amp;t=571s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Javatechie" TargetMode="Externa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51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/>
          <p:nvPr/>
        </p:nvSpPr>
        <p:spPr>
          <a:xfrm>
            <a:off x="2998550" y="4683875"/>
            <a:ext cx="226200" cy="15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/>
          <p:nvPr/>
        </p:nvSpPr>
        <p:spPr>
          <a:xfrm>
            <a:off x="4457700" y="4231525"/>
            <a:ext cx="393900" cy="29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0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50" y="495300"/>
            <a:ext cx="38671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 txBox="1"/>
          <p:nvPr/>
        </p:nvSpPr>
        <p:spPr>
          <a:xfrm>
            <a:off x="369600" y="1650838"/>
            <a:ext cx="4202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Part 1 ends here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THANKS FOR ATTENDING THE SESSION</a:t>
            </a:r>
            <a:endParaRPr sz="23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90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4"/>
          <p:cNvSpPr/>
          <p:nvPr/>
        </p:nvSpPr>
        <p:spPr>
          <a:xfrm>
            <a:off x="8309875" y="4399350"/>
            <a:ext cx="700500" cy="700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4206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8565200" y="4537950"/>
            <a:ext cx="350100" cy="39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767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/>
          <p:nvPr/>
        </p:nvSpPr>
        <p:spPr>
          <a:xfrm>
            <a:off x="8565200" y="4537950"/>
            <a:ext cx="350100" cy="39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550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/>
          <p:nvPr/>
        </p:nvSpPr>
        <p:spPr>
          <a:xfrm>
            <a:off x="8565200" y="4537950"/>
            <a:ext cx="350100" cy="39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69963"/>
            <a:ext cx="8839199" cy="420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2750"/>
            <a:ext cx="8839200" cy="4517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8096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500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325" y="152400"/>
            <a:ext cx="541181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50" y="495300"/>
            <a:ext cx="38671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369600" y="1650838"/>
            <a:ext cx="4202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Part 2 ends here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THANKS FOR ATTENDING THE SESSION</a:t>
            </a:r>
            <a:endParaRPr sz="23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350" y="247250"/>
            <a:ext cx="65405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200" y="203475"/>
            <a:ext cx="677761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00" y="152400"/>
            <a:ext cx="868119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38" y="152400"/>
            <a:ext cx="829491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082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50" y="247250"/>
            <a:ext cx="825471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8438"/>
            <a:ext cx="8839199" cy="408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6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9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50" y="495300"/>
            <a:ext cx="38671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6"/>
          <p:cNvSpPr txBox="1"/>
          <p:nvPr/>
        </p:nvSpPr>
        <p:spPr>
          <a:xfrm>
            <a:off x="369600" y="1650838"/>
            <a:ext cx="4202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Part 3 ends here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THANKS FOR ATTENDING THE SESSION</a:t>
            </a:r>
            <a:endParaRPr sz="23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23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7100" y="3822975"/>
            <a:ext cx="857250" cy="1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1750" y="4375125"/>
            <a:ext cx="422775" cy="47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0538" y="4287250"/>
            <a:ext cx="9239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8638" y="4279975"/>
            <a:ext cx="9239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2413" y="4279975"/>
            <a:ext cx="9239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0588" y="4265400"/>
            <a:ext cx="9239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4"/>
          <p:cNvSpPr txBox="1"/>
          <p:nvPr/>
        </p:nvSpPr>
        <p:spPr>
          <a:xfrm>
            <a:off x="714975" y="1561300"/>
            <a:ext cx="7828200" cy="1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Install kubectl: </a:t>
            </a:r>
            <a:r>
              <a:rPr lang="en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https://kubernetes.io/docs/tasks/tools/install-kubectl-windows/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Install Minikube:</a:t>
            </a: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https://v1-18.docs.kubernetes.io/docs/tasks/tools/install-minikube/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Install Docker Desktop:</a:t>
            </a:r>
            <a:r>
              <a:rPr lang="en" sz="1050" b="1">
                <a:solidFill>
                  <a:srgbClr val="13131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en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https://docs.docker.com/desktop/install/windows-install/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50" b="1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Download VirtualBox:</a:t>
            </a: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https://www.virtualbox.org/wiki/Downloads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54"/>
          <p:cNvSpPr txBox="1"/>
          <p:nvPr/>
        </p:nvSpPr>
        <p:spPr>
          <a:xfrm>
            <a:off x="2611875" y="218875"/>
            <a:ext cx="4924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Setup minikube in windows</a:t>
            </a:r>
            <a:endParaRPr sz="30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B3DC7E-D826-8E01-B0A1-1BDAC977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Minikube</a:t>
            </a:r>
            <a:r>
              <a:rPr lang="en-US" dirty="0"/>
              <a:t> installation</a:t>
            </a:r>
          </a:p>
        </p:txBody>
      </p:sp>
    </p:spTree>
    <p:extLst>
      <p:ext uri="{BB962C8B-B14F-4D97-AF65-F5344CB8AC3E}">
        <p14:creationId xmlns:p14="http://schemas.microsoft.com/office/powerpoint/2010/main" val="836744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5"/>
          <p:cNvSpPr txBox="1"/>
          <p:nvPr/>
        </p:nvSpPr>
        <p:spPr>
          <a:xfrm>
            <a:off x="2619175" y="248050"/>
            <a:ext cx="420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</a:rPr>
              <a:t>Practical Hands On</a:t>
            </a:r>
            <a:endParaRPr sz="2000" b="1">
              <a:solidFill>
                <a:schemeClr val="dk2"/>
              </a:solidFill>
            </a:endParaRPr>
          </a:p>
        </p:txBody>
      </p:sp>
      <p:sp>
        <p:nvSpPr>
          <p:cNvPr id="281" name="Google Shape;281;p55"/>
          <p:cNvSpPr txBox="1"/>
          <p:nvPr/>
        </p:nvSpPr>
        <p:spPr>
          <a:xfrm>
            <a:off x="3020450" y="20209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/>
              </a:rPr>
              <a:t>9:14</a:t>
            </a: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- Verify cluster info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/>
              </a:rPr>
              <a:t>9:31</a:t>
            </a: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- verify node</a:t>
            </a:r>
            <a:endParaRPr sz="1050">
              <a:solidFill>
                <a:srgbClr val="13131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hlink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/>
              </a:rPr>
              <a:t>10:10</a:t>
            </a:r>
            <a:r>
              <a:rPr lang="en" sz="1050">
                <a:solidFill>
                  <a:srgbClr val="131313"/>
                </a:solidFill>
                <a:latin typeface="Roboto"/>
                <a:ea typeface="Roboto"/>
                <a:cs typeface="Roboto"/>
                <a:sym typeface="Roboto"/>
              </a:rPr>
              <a:t> - Deploy spring boot application to Kubernetes cluster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6"/>
          <p:cNvSpPr txBox="1"/>
          <p:nvPr/>
        </p:nvSpPr>
        <p:spPr>
          <a:xfrm>
            <a:off x="369600" y="1650838"/>
            <a:ext cx="4202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Part 4 ends here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THANKS FOR ATTENDING THE SESSION</a:t>
            </a:r>
            <a:endParaRPr sz="2300" b="1">
              <a:solidFill>
                <a:schemeClr val="dk2"/>
              </a:solidFill>
            </a:endParaRPr>
          </a:p>
        </p:txBody>
      </p:sp>
      <p:pic>
        <p:nvPicPr>
          <p:cNvPr id="287" name="Google Shape;28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50" y="495300"/>
            <a:ext cx="386715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 txBox="1"/>
          <p:nvPr/>
        </p:nvSpPr>
        <p:spPr>
          <a:xfrm>
            <a:off x="114300" y="0"/>
            <a:ext cx="8915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| Run &amp; Deploy Spring Boot Application in K8s Cluster using yaml configuration</a:t>
            </a:r>
            <a:endParaRPr sz="24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57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5 is hands on tutorial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/>
          <p:nvPr/>
        </p:nvSpPr>
        <p:spPr>
          <a:xfrm>
            <a:off x="446250" y="153200"/>
            <a:ext cx="82515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| Run &amp; Deploy Spring Boot Application in K8s Cluster using yaml configuration</a:t>
            </a:r>
            <a:endParaRPr sz="24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58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6 is hands on tutorial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7 is hands on tutorial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59"/>
          <p:cNvSpPr txBox="1"/>
          <p:nvPr/>
        </p:nvSpPr>
        <p:spPr>
          <a:xfrm>
            <a:off x="590950" y="196975"/>
            <a:ext cx="81495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| Run &amp; Deploy Spring Boot CRUD Application With MySQL on K8S </a:t>
            </a:r>
            <a:endParaRPr sz="23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0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8 is hands on tutorial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5" name="Google Shape;315;p60"/>
          <p:cNvSpPr txBox="1"/>
          <p:nvPr/>
        </p:nvSpPr>
        <p:spPr>
          <a:xfrm>
            <a:off x="554475" y="109425"/>
            <a:ext cx="8207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| ConfigMap &amp; Secrets Implementation in Spring Boot CRUD Example </a:t>
            </a:r>
            <a:endParaRPr sz="20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5925" y="4676763"/>
            <a:ext cx="72390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0588" y="4367525"/>
            <a:ext cx="9239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2663" y="4559538"/>
            <a:ext cx="4667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4"/>
          <p:cNvSpPr txBox="1"/>
          <p:nvPr/>
        </p:nvSpPr>
        <p:spPr>
          <a:xfrm>
            <a:off x="728400" y="189700"/>
            <a:ext cx="76872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| Deploy An Angular Application in K8s Cluster |Step By Step </a:t>
            </a:r>
            <a:endParaRPr sz="21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64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Rest in Part 9 is hands on tutorial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7263" y="4676288"/>
            <a:ext cx="4667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6"/>
          <p:cNvSpPr txBox="1"/>
          <p:nvPr/>
        </p:nvSpPr>
        <p:spPr>
          <a:xfrm>
            <a:off x="2677550" y="2146525"/>
            <a:ext cx="4202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10 has revision of Part 1 and rest is hands on tutorial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3" name="Google Shape;353;p66"/>
          <p:cNvSpPr txBox="1"/>
          <p:nvPr/>
        </p:nvSpPr>
        <p:spPr>
          <a:xfrm>
            <a:off x="342900" y="423150"/>
            <a:ext cx="8302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Kubernetes Tutorial for Beginners | 2 Hours Course With Example</a:t>
            </a:r>
            <a:endParaRPr sz="17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8338" y="312988"/>
            <a:ext cx="10953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5088" y="4222713"/>
            <a:ext cx="109537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" y="0"/>
            <a:ext cx="914398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8700" y="4459925"/>
            <a:ext cx="4953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8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0"/>
          <p:cNvSpPr txBox="1"/>
          <p:nvPr/>
        </p:nvSpPr>
        <p:spPr>
          <a:xfrm>
            <a:off x="313725" y="102150"/>
            <a:ext cx="86016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Deploying Spring Boot on AWS EKS (Elastic Kubernetes Service ) Tutorial</a:t>
            </a:r>
            <a:endParaRPr sz="25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70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11 has 90% hands on tutorial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8013" y="4418288"/>
            <a:ext cx="8858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6282" y="295400"/>
            <a:ext cx="138000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7122" y="4589022"/>
            <a:ext cx="430300" cy="4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5"/>
          <p:cNvSpPr txBox="1"/>
          <p:nvPr/>
        </p:nvSpPr>
        <p:spPr>
          <a:xfrm>
            <a:off x="201900" y="153200"/>
            <a:ext cx="8740200" cy="9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 Task Scheduling | Spring Boot Tasks on Kubernetes with Cron Jobs </a:t>
            </a:r>
            <a:endParaRPr sz="23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75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12 has 90% hands on tutorial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527400"/>
            <a:ext cx="7429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1750" y="4512699"/>
            <a:ext cx="812250" cy="6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7575" y="429576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7225" y="444816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475" y="4259613"/>
            <a:ext cx="895350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9"/>
          <p:cNvSpPr txBox="1"/>
          <p:nvPr/>
        </p:nvSpPr>
        <p:spPr>
          <a:xfrm>
            <a:off x="2677550" y="2146525"/>
            <a:ext cx="42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Part 13 has 60% hands on tutorial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5" name="Google Shape;495;p89"/>
          <p:cNvSpPr txBox="1"/>
          <p:nvPr/>
        </p:nvSpPr>
        <p:spPr>
          <a:xfrm>
            <a:off x="1732800" y="204300"/>
            <a:ext cx="6216000" cy="9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Helm Concepts Explained | Deploy Spring Boot in k8s using Helm-Chart</a:t>
            </a:r>
            <a:r>
              <a:rPr lang="en" sz="2200" b="1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‪</a:t>
            </a:r>
            <a:endParaRPr sz="2200" b="1" u="sng">
              <a:solidFill>
                <a:schemeClr val="hlink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0"/>
          <p:cNvSpPr txBox="1"/>
          <p:nvPr/>
        </p:nvSpPr>
        <p:spPr>
          <a:xfrm>
            <a:off x="369600" y="1650838"/>
            <a:ext cx="42024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Part 13 ends here</a:t>
            </a: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 b="1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2"/>
                </a:solidFill>
              </a:rPr>
              <a:t>THANKS FOR ATTENDING THE SESSION</a:t>
            </a:r>
            <a:endParaRPr sz="2300" b="1">
              <a:solidFill>
                <a:schemeClr val="dk2"/>
              </a:solidFill>
            </a:endParaRPr>
          </a:p>
        </p:txBody>
      </p:sp>
      <p:pic>
        <p:nvPicPr>
          <p:cNvPr id="501" name="Google Shape;50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250" y="495300"/>
            <a:ext cx="3867150" cy="44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264</Words>
  <Application>Microsoft Office PowerPoint</Application>
  <PresentationFormat>On-screen Show (16:9)</PresentationFormat>
  <Paragraphs>45</Paragraphs>
  <Slides>79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Roboto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Minikube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hp.</dc:creator>
  <cp:lastModifiedBy>hp.</cp:lastModifiedBy>
  <cp:revision>2</cp:revision>
  <dcterms:modified xsi:type="dcterms:W3CDTF">2024-12-08T08:41:29Z</dcterms:modified>
</cp:coreProperties>
</file>