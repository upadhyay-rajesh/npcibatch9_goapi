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14"/>
    <p:sldId id="270" r:id="rId15"/>
    <p:sldId id="271" r:id="rId16"/>
    <p:sldId id="290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53" autoAdjust="0"/>
    <p:restoredTop sz="94660"/>
  </p:normalViewPr>
  <p:slideViewPr>
    <p:cSldViewPr snapToGrid="0">
      <p:cViewPr varScale="1">
        <p:scale>
          <a:sx n="70" d="100"/>
          <a:sy n="70" d="100"/>
        </p:scale>
        <p:origin x="34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9BB7EF-02E3-4F90-8611-BA1A811D0AD2}" type="datetimeFigureOut">
              <a:rPr lang="en-IN" smtClean="0"/>
              <a:t>07-07-2025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772954-1DC9-43FE-8CFA-B236443088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70690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9BB7EF-02E3-4F90-8611-BA1A811D0AD2}" type="datetimeFigureOut">
              <a:rPr lang="en-IN" smtClean="0"/>
              <a:t>07-07-2025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772954-1DC9-43FE-8CFA-B236443088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49593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9BB7EF-02E3-4F90-8611-BA1A811D0AD2}" type="datetimeFigureOut">
              <a:rPr lang="en-IN" smtClean="0"/>
              <a:t>07-07-2025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772954-1DC9-43FE-8CFA-B236443088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15668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9BB7EF-02E3-4F90-8611-BA1A811D0AD2}" type="datetimeFigureOut">
              <a:rPr lang="en-IN" smtClean="0"/>
              <a:t>07-07-2025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772954-1DC9-43FE-8CFA-B236443088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54761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9BB7EF-02E3-4F90-8611-BA1A811D0AD2}" type="datetimeFigureOut">
              <a:rPr lang="en-IN" smtClean="0"/>
              <a:t>07-07-2025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772954-1DC9-43FE-8CFA-B236443088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37474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9BB7EF-02E3-4F90-8611-BA1A811D0AD2}" type="datetimeFigureOut">
              <a:rPr lang="en-IN" smtClean="0"/>
              <a:t>07-07-2025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772954-1DC9-43FE-8CFA-B236443088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21606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9BB7EF-02E3-4F90-8611-BA1A811D0AD2}" type="datetimeFigureOut">
              <a:rPr lang="en-IN" smtClean="0"/>
              <a:t>07-07-2025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772954-1DC9-43FE-8CFA-B236443088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9653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9BB7EF-02E3-4F90-8611-BA1A811D0AD2}" type="datetimeFigureOut">
              <a:rPr lang="en-IN" smtClean="0"/>
              <a:t>07-07-2025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772954-1DC9-43FE-8CFA-B236443088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1249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9BB7EF-02E3-4F90-8611-BA1A811D0AD2}" type="datetimeFigureOut">
              <a:rPr lang="en-IN" smtClean="0"/>
              <a:t>07-07-2025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772954-1DC9-43FE-8CFA-B236443088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37965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9BB7EF-02E3-4F90-8611-BA1A811D0AD2}" type="datetimeFigureOut">
              <a:rPr lang="en-IN" smtClean="0"/>
              <a:t>07-07-2025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772954-1DC9-43FE-8CFA-B236443088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55517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9BB7EF-02E3-4F90-8611-BA1A811D0AD2}" type="datetimeFigureOut">
              <a:rPr lang="en-IN" smtClean="0"/>
              <a:t>07-07-2025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772954-1DC9-43FE-8CFA-B236443088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3694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9BB7EF-02E3-4F90-8611-BA1A811D0AD2}" type="datetimeFigureOut">
              <a:rPr lang="en-IN" smtClean="0"/>
              <a:t>07-07-2025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772954-1DC9-43FE-8CFA-B236443088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07441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gin-gonic/gin" TargetMode="External"/><Relationship Id="rId2" Type="http://schemas.openxmlformats.org/officeDocument/2006/relationships/hyperlink" Target="https://gofiber.io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orm.io/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pf13/cobra" TargetMode="External"/><Relationship Id="rId2" Type="http://schemas.openxmlformats.org/officeDocument/2006/relationships/hyperlink" Target="https://gobuffalo.io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thub.com/cookiecutter/cookiecutter" TargetMode="Externa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API Using Go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Dr. Rajesh Upadhyay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012728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Golang</a:t>
            </a:r>
            <a:r>
              <a:rPr lang="en-US" dirty="0" smtClean="0"/>
              <a:t> based monolithic application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b="1" dirty="0" smtClean="0"/>
              <a:t>When to Use Monolith in Go?</a:t>
            </a:r>
          </a:p>
          <a:p>
            <a:r>
              <a:rPr lang="en-IN" dirty="0" smtClean="0"/>
              <a:t>You want simple deployment and testing</a:t>
            </a:r>
          </a:p>
          <a:p>
            <a:r>
              <a:rPr lang="en-IN" dirty="0" smtClean="0"/>
              <a:t>The application is small or medium complexity</a:t>
            </a:r>
          </a:p>
          <a:p>
            <a:r>
              <a:rPr lang="en-IN" dirty="0" smtClean="0"/>
              <a:t>You want to optimize speed with less inter-service latency</a:t>
            </a:r>
          </a:p>
          <a:p>
            <a:r>
              <a:rPr lang="en-IN" dirty="0" smtClean="0"/>
              <a:t>You don't need distributed service boundaries yet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251020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9128" y="73152"/>
            <a:ext cx="4614672" cy="6720840"/>
          </a:xfrm>
          <a:solidFill>
            <a:schemeClr val="accent6">
              <a:lumMod val="40000"/>
              <a:lumOff val="60000"/>
            </a:schemeClr>
          </a:solidFill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IN" b="1" dirty="0" smtClean="0"/>
              <a:t>go-monolith-app/</a:t>
            </a:r>
          </a:p>
          <a:p>
            <a:pPr marL="0" indent="0">
              <a:buNone/>
            </a:pPr>
            <a:r>
              <a:rPr lang="en-IN" b="1" dirty="0" smtClean="0"/>
              <a:t>├── </a:t>
            </a:r>
            <a:r>
              <a:rPr lang="en-IN" b="1" dirty="0" err="1" smtClean="0"/>
              <a:t>cmd</a:t>
            </a:r>
            <a:r>
              <a:rPr lang="en-IN" b="1" dirty="0" smtClean="0"/>
              <a:t>/</a:t>
            </a:r>
          </a:p>
          <a:p>
            <a:pPr marL="0" indent="0">
              <a:buNone/>
            </a:pPr>
            <a:r>
              <a:rPr lang="en-IN" b="1" dirty="0" smtClean="0"/>
              <a:t>│   └── </a:t>
            </a:r>
            <a:r>
              <a:rPr lang="en-IN" b="1" dirty="0" err="1" smtClean="0"/>
              <a:t>main.go</a:t>
            </a:r>
            <a:endParaRPr lang="en-IN" b="1" dirty="0" smtClean="0"/>
          </a:p>
          <a:p>
            <a:pPr marL="0" indent="0">
              <a:buNone/>
            </a:pPr>
            <a:r>
              <a:rPr lang="en-IN" b="1" dirty="0" smtClean="0"/>
              <a:t>├── </a:t>
            </a:r>
            <a:r>
              <a:rPr lang="en-IN" b="1" dirty="0" err="1" smtClean="0"/>
              <a:t>config</a:t>
            </a:r>
            <a:r>
              <a:rPr lang="en-IN" b="1" dirty="0" smtClean="0"/>
              <a:t>/</a:t>
            </a:r>
          </a:p>
          <a:p>
            <a:pPr marL="0" indent="0">
              <a:buNone/>
            </a:pPr>
            <a:r>
              <a:rPr lang="en-IN" b="1" dirty="0" smtClean="0"/>
              <a:t>│   └── </a:t>
            </a:r>
            <a:r>
              <a:rPr lang="en-IN" b="1" dirty="0" err="1" smtClean="0"/>
              <a:t>config.go</a:t>
            </a:r>
            <a:endParaRPr lang="en-IN" b="1" dirty="0" smtClean="0"/>
          </a:p>
          <a:p>
            <a:pPr marL="0" indent="0">
              <a:buNone/>
            </a:pPr>
            <a:r>
              <a:rPr lang="en-IN" b="1" dirty="0" smtClean="0"/>
              <a:t>├── internal/</a:t>
            </a:r>
          </a:p>
          <a:p>
            <a:pPr marL="0" indent="0">
              <a:buNone/>
            </a:pPr>
            <a:r>
              <a:rPr lang="en-IN" b="1" dirty="0" smtClean="0"/>
              <a:t>│   ├── </a:t>
            </a:r>
            <a:r>
              <a:rPr lang="en-IN" b="1" dirty="0" err="1" smtClean="0"/>
              <a:t>api</a:t>
            </a:r>
            <a:r>
              <a:rPr lang="en-IN" b="1" dirty="0" smtClean="0"/>
              <a:t>/</a:t>
            </a:r>
          </a:p>
          <a:p>
            <a:pPr marL="0" indent="0">
              <a:buNone/>
            </a:pPr>
            <a:r>
              <a:rPr lang="en-IN" b="1" dirty="0" smtClean="0"/>
              <a:t>│   │   ├── handler/</a:t>
            </a:r>
          </a:p>
          <a:p>
            <a:pPr marL="0" indent="0">
              <a:buNone/>
            </a:pPr>
            <a:r>
              <a:rPr lang="en-IN" b="1" dirty="0" smtClean="0"/>
              <a:t>│   │   └── middleware/</a:t>
            </a:r>
          </a:p>
          <a:p>
            <a:pPr marL="0" indent="0">
              <a:buNone/>
            </a:pPr>
            <a:r>
              <a:rPr lang="en-IN" b="1" dirty="0" smtClean="0"/>
              <a:t>│   ├── service/</a:t>
            </a:r>
          </a:p>
          <a:p>
            <a:pPr marL="0" indent="0">
              <a:buNone/>
            </a:pPr>
            <a:r>
              <a:rPr lang="en-IN" b="1" dirty="0" smtClean="0"/>
              <a:t>│   ├── repository/</a:t>
            </a:r>
          </a:p>
          <a:p>
            <a:pPr marL="0" indent="0">
              <a:buNone/>
            </a:pPr>
            <a:r>
              <a:rPr lang="en-IN" b="1" dirty="0" smtClean="0"/>
              <a:t>│   ├── model/</a:t>
            </a:r>
          </a:p>
          <a:p>
            <a:pPr marL="0" indent="0">
              <a:buNone/>
            </a:pPr>
            <a:r>
              <a:rPr lang="en-IN" b="1" dirty="0" smtClean="0"/>
              <a:t>│   └── </a:t>
            </a:r>
            <a:r>
              <a:rPr lang="en-IN" b="1" dirty="0" err="1" smtClean="0"/>
              <a:t>utils</a:t>
            </a:r>
            <a:r>
              <a:rPr lang="en-IN" b="1" dirty="0" smtClean="0"/>
              <a:t>/</a:t>
            </a:r>
          </a:p>
          <a:p>
            <a:pPr marL="0" indent="0">
              <a:buNone/>
            </a:pPr>
            <a:r>
              <a:rPr lang="en-IN" b="1" dirty="0" smtClean="0"/>
              <a:t>├── </a:t>
            </a:r>
            <a:r>
              <a:rPr lang="en-IN" b="1" dirty="0" err="1" smtClean="0"/>
              <a:t>pkg</a:t>
            </a:r>
            <a:r>
              <a:rPr lang="en-IN" b="1" dirty="0" smtClean="0"/>
              <a:t>/ (reusable libs)</a:t>
            </a:r>
          </a:p>
          <a:p>
            <a:pPr marL="0" indent="0">
              <a:buNone/>
            </a:pPr>
            <a:r>
              <a:rPr lang="en-IN" b="1" dirty="0" smtClean="0"/>
              <a:t>├── database/</a:t>
            </a:r>
          </a:p>
          <a:p>
            <a:pPr marL="0" indent="0">
              <a:buNone/>
            </a:pPr>
            <a:r>
              <a:rPr lang="en-IN" b="1" dirty="0" smtClean="0"/>
              <a:t>│   └── </a:t>
            </a:r>
            <a:r>
              <a:rPr lang="en-IN" b="1" dirty="0" err="1" smtClean="0"/>
              <a:t>mysql</a:t>
            </a:r>
            <a:r>
              <a:rPr lang="en-IN" b="1" dirty="0" smtClean="0"/>
              <a:t>/</a:t>
            </a:r>
          </a:p>
          <a:p>
            <a:pPr marL="0" indent="0">
              <a:buNone/>
            </a:pPr>
            <a:r>
              <a:rPr lang="en-IN" b="1" dirty="0" smtClean="0"/>
              <a:t>│       └── </a:t>
            </a:r>
            <a:r>
              <a:rPr lang="en-IN" b="1" dirty="0" err="1" smtClean="0"/>
              <a:t>connection.go</a:t>
            </a:r>
            <a:endParaRPr lang="en-IN" b="1" dirty="0" smtClean="0"/>
          </a:p>
          <a:p>
            <a:pPr marL="0" indent="0">
              <a:buNone/>
            </a:pPr>
            <a:r>
              <a:rPr lang="en-IN" b="1" dirty="0" smtClean="0"/>
              <a:t>├── docs/</a:t>
            </a:r>
          </a:p>
          <a:p>
            <a:pPr marL="0" indent="0">
              <a:buNone/>
            </a:pPr>
            <a:r>
              <a:rPr lang="en-IN" b="1" dirty="0" smtClean="0"/>
              <a:t>├── test/</a:t>
            </a:r>
          </a:p>
          <a:p>
            <a:pPr marL="0" indent="0">
              <a:buNone/>
            </a:pPr>
            <a:r>
              <a:rPr lang="en-IN" b="1" dirty="0" smtClean="0"/>
              <a:t>├── go.mod</a:t>
            </a:r>
          </a:p>
          <a:p>
            <a:pPr marL="0" indent="0">
              <a:buNone/>
            </a:pPr>
            <a:r>
              <a:rPr lang="en-IN" b="1" dirty="0" smtClean="0"/>
              <a:t>└── README.md</a:t>
            </a:r>
          </a:p>
          <a:p>
            <a:endParaRPr lang="en-IN" dirty="0"/>
          </a:p>
        </p:txBody>
      </p:sp>
      <p:sp>
        <p:nvSpPr>
          <p:cNvPr id="4" name="TextBox 3"/>
          <p:cNvSpPr txBox="1"/>
          <p:nvPr/>
        </p:nvSpPr>
        <p:spPr>
          <a:xfrm>
            <a:off x="859536" y="2167128"/>
            <a:ext cx="5082097" cy="1938992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en-US" sz="4000" b="1" dirty="0" err="1" smtClean="0"/>
              <a:t>Golang</a:t>
            </a:r>
            <a:r>
              <a:rPr lang="en-US" sz="4000" b="1" dirty="0" smtClean="0"/>
              <a:t> based </a:t>
            </a:r>
          </a:p>
          <a:p>
            <a:r>
              <a:rPr lang="en-US" sz="4000" b="1" dirty="0" smtClean="0"/>
              <a:t>monolithic application </a:t>
            </a:r>
          </a:p>
          <a:p>
            <a:r>
              <a:rPr lang="en-US" sz="4000" b="1" dirty="0" smtClean="0"/>
              <a:t>folder structure</a:t>
            </a:r>
            <a:endParaRPr lang="en-IN" sz="4000" b="1" dirty="0"/>
          </a:p>
        </p:txBody>
      </p:sp>
    </p:spTree>
    <p:extLst>
      <p:ext uri="{BB962C8B-B14F-4D97-AF65-F5344CB8AC3E}">
        <p14:creationId xmlns:p14="http://schemas.microsoft.com/office/powerpoint/2010/main" val="38824407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78459"/>
          </a:xfrm>
        </p:spPr>
        <p:txBody>
          <a:bodyPr>
            <a:normAutofit fontScale="90000"/>
          </a:bodyPr>
          <a:lstStyle/>
          <a:p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Layered Breakdown</a:t>
            </a:r>
            <a:b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lang="en-IN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61142409"/>
              </p:ext>
            </p:extLst>
          </p:nvPr>
        </p:nvGraphicFramePr>
        <p:xfrm>
          <a:off x="2185416" y="1243584"/>
          <a:ext cx="7059168" cy="4754880"/>
        </p:xfrm>
        <a:graphic>
          <a:graphicData uri="http://schemas.openxmlformats.org/drawingml/2006/table">
            <a:tbl>
              <a:tblPr/>
              <a:tblGrid>
                <a:gridCol w="3529584"/>
                <a:gridCol w="3529584"/>
              </a:tblGrid>
              <a:tr h="0">
                <a:tc>
                  <a:txBody>
                    <a:bodyPr/>
                    <a:lstStyle/>
                    <a:p>
                      <a:r>
                        <a:rPr lang="en-IN" b="1" dirty="0"/>
                        <a:t>Layer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b="1"/>
                        <a:t>Description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IN" b="1"/>
                        <a:t>cmd/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b="1"/>
                        <a:t>App entrypoint (main.go)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IN" b="1"/>
                        <a:t>config/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b="1"/>
                        <a:t>Centralized config loader (env, flags, config files)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IN" b="1" dirty="0" err="1"/>
                        <a:t>api</a:t>
                      </a:r>
                      <a:r>
                        <a:rPr lang="en-IN" b="1" dirty="0"/>
                        <a:t>/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b="1"/>
                        <a:t>HTTP layer: router, handlers, middleware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IN" b="1"/>
                        <a:t>model/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b="1"/>
                        <a:t>DTOs, DB schemas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IN" b="1"/>
                        <a:t>repository/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b="1"/>
                        <a:t>Database access logic (DAO layer)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IN" b="1"/>
                        <a:t>service/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b="1"/>
                        <a:t>Business logic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IN" b="1" dirty="0" err="1"/>
                        <a:t>utils</a:t>
                      </a:r>
                      <a:r>
                        <a:rPr lang="en-IN" b="1" dirty="0"/>
                        <a:t>/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b="1"/>
                        <a:t>Helpers (validators, constants, response builders)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IN" b="1"/>
                        <a:t>pkg/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b="1"/>
                        <a:t>Reusable internal/external packages (e.g., JWT, logger, mailer)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IN" b="1"/>
                        <a:t>test/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b="1" dirty="0"/>
                        <a:t>Unit and integration tests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330944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Tech Stack (Broad Scale)</a:t>
            </a:r>
            <a:b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lang="en-IN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97189443"/>
              </p:ext>
            </p:extLst>
          </p:nvPr>
        </p:nvGraphicFramePr>
        <p:xfrm>
          <a:off x="2743200" y="1545334"/>
          <a:ext cx="7589520" cy="4284760"/>
        </p:xfrm>
        <a:graphic>
          <a:graphicData uri="http://schemas.openxmlformats.org/drawingml/2006/table">
            <a:tbl>
              <a:tblPr/>
              <a:tblGrid>
                <a:gridCol w="3794760"/>
                <a:gridCol w="3794760"/>
              </a:tblGrid>
              <a:tr h="428476">
                <a:tc>
                  <a:txBody>
                    <a:bodyPr/>
                    <a:lstStyle/>
                    <a:p>
                      <a:r>
                        <a:rPr lang="en-IN" dirty="0"/>
                        <a:t>Concern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Tool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  <a:tr h="428476">
                <a:tc>
                  <a:txBody>
                    <a:bodyPr/>
                    <a:lstStyle/>
                    <a:p>
                      <a:r>
                        <a:rPr lang="en-IN"/>
                        <a:t>Web Framework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>
                          <a:hlinkClick r:id="rId2"/>
                        </a:rPr>
                        <a:t>Fiber</a:t>
                      </a:r>
                      <a:r>
                        <a:rPr lang="en-IN"/>
                        <a:t> or </a:t>
                      </a:r>
                      <a:r>
                        <a:rPr lang="en-IN">
                          <a:hlinkClick r:id="rId3"/>
                        </a:rPr>
                        <a:t>Gin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  <a:tr h="428476">
                <a:tc>
                  <a:txBody>
                    <a:bodyPr/>
                    <a:lstStyle/>
                    <a:p>
                      <a:r>
                        <a:rPr lang="en-IN"/>
                        <a:t>ORM/Query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>
                          <a:hlinkClick r:id="rId4"/>
                        </a:rPr>
                        <a:t>GORM</a:t>
                      </a:r>
                      <a:r>
                        <a:rPr lang="en-IN"/>
                        <a:t> or raw SQL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  <a:tr h="428476">
                <a:tc>
                  <a:txBody>
                    <a:bodyPr/>
                    <a:lstStyle/>
                    <a:p>
                      <a:r>
                        <a:rPr lang="en-IN"/>
                        <a:t>Config Management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Viper, dotenv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  <a:tr h="428476">
                <a:tc>
                  <a:txBody>
                    <a:bodyPr/>
                    <a:lstStyle/>
                    <a:p>
                      <a:r>
                        <a:rPr lang="en-IN"/>
                        <a:t>JWT Auth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golang-jwt/jwt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  <a:tr h="428476">
                <a:tc>
                  <a:txBody>
                    <a:bodyPr/>
                    <a:lstStyle/>
                    <a:p>
                      <a:r>
                        <a:rPr lang="en-IN" dirty="0"/>
                        <a:t>Logging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Zap, Logrus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  <a:tr h="428476">
                <a:tc>
                  <a:txBody>
                    <a:bodyPr/>
                    <a:lstStyle/>
                    <a:p>
                      <a:r>
                        <a:rPr lang="en-IN"/>
                        <a:t>API Docs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Swagger (swaggo/swag)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  <a:tr h="428476">
                <a:tc>
                  <a:txBody>
                    <a:bodyPr/>
                    <a:lstStyle/>
                    <a:p>
                      <a:r>
                        <a:rPr lang="en-IN"/>
                        <a:t>Validation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go-playground/validator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  <a:tr h="428476">
                <a:tc>
                  <a:txBody>
                    <a:bodyPr/>
                    <a:lstStyle/>
                    <a:p>
                      <a:r>
                        <a:rPr lang="en-IN"/>
                        <a:t>MySQL/PostgreSQL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DB engine of choice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  <a:tr h="428476">
                <a:tc>
                  <a:txBody>
                    <a:bodyPr/>
                    <a:lstStyle/>
                    <a:p>
                      <a:r>
                        <a:rPr lang="en-IN"/>
                        <a:t>Testing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Go test, Testify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410193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generate complete folder structure automatically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smtClean="0"/>
              <a:t>Use a CLI Tool or Boilerplate Generator</a:t>
            </a:r>
          </a:p>
          <a:p>
            <a:endParaRPr lang="en-IN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9756237"/>
              </p:ext>
            </p:extLst>
          </p:nvPr>
        </p:nvGraphicFramePr>
        <p:xfrm>
          <a:off x="1417320" y="3086894"/>
          <a:ext cx="6080760" cy="1463040"/>
        </p:xfrm>
        <a:graphic>
          <a:graphicData uri="http://schemas.openxmlformats.org/drawingml/2006/table">
            <a:tbl>
              <a:tblPr/>
              <a:tblGrid>
                <a:gridCol w="3040380"/>
                <a:gridCol w="3040380"/>
              </a:tblGrid>
              <a:tr h="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IN">
                          <a:hlinkClick r:id="rId2"/>
                        </a:rPr>
                        <a:t>gobuffalo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Full web app generator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IN" dirty="0">
                          <a:hlinkClick r:id="rId3"/>
                        </a:rPr>
                        <a:t>cobra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For CLI and app scaffolding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IN" dirty="0" err="1">
                          <a:hlinkClick r:id="rId4"/>
                        </a:rPr>
                        <a:t>cookiecutter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Template project generator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743587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23011"/>
          </a:xfrm>
        </p:spPr>
        <p:txBody>
          <a:bodyPr/>
          <a:lstStyle/>
          <a:p>
            <a:r>
              <a:rPr lang="en-IN" dirty="0" smtClean="0"/>
              <a:t>Shell Script to Scaffold </a:t>
            </a:r>
            <a:r>
              <a:rPr lang="en-IN" dirty="0" err="1" smtClean="0"/>
              <a:t>Fiber</a:t>
            </a:r>
            <a:r>
              <a:rPr lang="en-IN" dirty="0" smtClean="0"/>
              <a:t> or Gin App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6720" y="1834769"/>
            <a:ext cx="5370576" cy="3953383"/>
          </a:xfrm>
          <a:solidFill>
            <a:schemeClr val="accent6">
              <a:lumMod val="40000"/>
              <a:lumOff val="60000"/>
            </a:schemeClr>
          </a:solidFill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1600" b="1" dirty="0" smtClean="0"/>
              <a:t>set "APP_NAME=</a:t>
            </a:r>
            <a:r>
              <a:rPr lang="en-IN" sz="1600" b="1" dirty="0" err="1" smtClean="0"/>
              <a:t>fiber</a:t>
            </a:r>
            <a:r>
              <a:rPr lang="en-IN" sz="1600" b="1" dirty="0" smtClean="0"/>
              <a:t>-app"</a:t>
            </a:r>
          </a:p>
          <a:p>
            <a:pPr marL="0" indent="0">
              <a:buNone/>
            </a:pPr>
            <a:endParaRPr lang="en-IN" sz="1600" b="1" dirty="0" smtClean="0"/>
          </a:p>
          <a:p>
            <a:pPr marL="0" indent="0">
              <a:buNone/>
            </a:pPr>
            <a:r>
              <a:rPr lang="en-IN" sz="1600" b="1" dirty="0" err="1" smtClean="0"/>
              <a:t>mkdir</a:t>
            </a:r>
            <a:r>
              <a:rPr lang="en-IN" sz="1600" b="1" dirty="0" smtClean="0"/>
              <a:t> %APP_NAME%\</a:t>
            </a:r>
            <a:r>
              <a:rPr lang="en-IN" sz="1600" b="1" dirty="0" err="1" smtClean="0"/>
              <a:t>cmd</a:t>
            </a:r>
            <a:endParaRPr lang="en-IN" sz="1600" b="1" dirty="0" smtClean="0"/>
          </a:p>
          <a:p>
            <a:pPr marL="0" indent="0">
              <a:buNone/>
            </a:pPr>
            <a:r>
              <a:rPr lang="en-IN" sz="1600" b="1" dirty="0" err="1" smtClean="0"/>
              <a:t>mkdir</a:t>
            </a:r>
            <a:r>
              <a:rPr lang="en-IN" sz="1600" b="1" dirty="0" smtClean="0"/>
              <a:t> %APP_NAME%\</a:t>
            </a:r>
            <a:r>
              <a:rPr lang="en-IN" sz="1600" b="1" dirty="0" err="1" smtClean="0"/>
              <a:t>config</a:t>
            </a:r>
            <a:endParaRPr lang="en-IN" sz="1600" b="1" dirty="0" smtClean="0"/>
          </a:p>
          <a:p>
            <a:pPr marL="0" indent="0">
              <a:buNone/>
            </a:pPr>
            <a:r>
              <a:rPr lang="en-IN" sz="1600" b="1" dirty="0" err="1" smtClean="0"/>
              <a:t>mkdir</a:t>
            </a:r>
            <a:r>
              <a:rPr lang="en-IN" sz="1600" b="1" dirty="0" smtClean="0"/>
              <a:t> %APP_NAME%\database\</a:t>
            </a:r>
            <a:r>
              <a:rPr lang="en-IN" sz="1600" b="1" dirty="0" err="1" smtClean="0"/>
              <a:t>mysql</a:t>
            </a:r>
            <a:endParaRPr lang="en-IN" sz="1600" b="1" dirty="0" smtClean="0"/>
          </a:p>
          <a:p>
            <a:pPr marL="0" indent="0">
              <a:buNone/>
            </a:pPr>
            <a:r>
              <a:rPr lang="en-IN" sz="1600" b="1" dirty="0" err="1" smtClean="0"/>
              <a:t>mkdir</a:t>
            </a:r>
            <a:r>
              <a:rPr lang="en-IN" sz="1600" b="1" dirty="0" smtClean="0"/>
              <a:t> %APP_NAME%\internal\</a:t>
            </a:r>
            <a:r>
              <a:rPr lang="en-IN" sz="1600" b="1" dirty="0" err="1" smtClean="0"/>
              <a:t>api</a:t>
            </a:r>
            <a:r>
              <a:rPr lang="en-IN" sz="1600" b="1" dirty="0" smtClean="0"/>
              <a:t>\handler</a:t>
            </a:r>
          </a:p>
          <a:p>
            <a:pPr marL="0" indent="0">
              <a:buNone/>
            </a:pPr>
            <a:r>
              <a:rPr lang="en-IN" sz="1600" b="1" dirty="0" err="1" smtClean="0"/>
              <a:t>mkdir</a:t>
            </a:r>
            <a:r>
              <a:rPr lang="en-IN" sz="1600" b="1" dirty="0" smtClean="0"/>
              <a:t> %APP_NAME%\internal\</a:t>
            </a:r>
            <a:r>
              <a:rPr lang="en-IN" sz="1600" b="1" dirty="0" err="1" smtClean="0"/>
              <a:t>api</a:t>
            </a:r>
            <a:r>
              <a:rPr lang="en-IN" sz="1600" b="1" dirty="0" smtClean="0"/>
              <a:t>\middleware</a:t>
            </a:r>
          </a:p>
          <a:p>
            <a:pPr marL="0" indent="0">
              <a:buNone/>
            </a:pPr>
            <a:r>
              <a:rPr lang="en-IN" sz="1600" b="1" dirty="0" err="1" smtClean="0"/>
              <a:t>mkdir</a:t>
            </a:r>
            <a:r>
              <a:rPr lang="en-IN" sz="1600" b="1" dirty="0" smtClean="0"/>
              <a:t> %APP_NAME%\internal\</a:t>
            </a:r>
            <a:r>
              <a:rPr lang="en-IN" sz="1600" b="1" dirty="0" err="1" smtClean="0"/>
              <a:t>api</a:t>
            </a:r>
            <a:r>
              <a:rPr lang="en-IN" sz="1600" b="1" dirty="0" smtClean="0"/>
              <a:t>\routes</a:t>
            </a:r>
          </a:p>
          <a:p>
            <a:pPr marL="0" indent="0">
              <a:buNone/>
            </a:pPr>
            <a:r>
              <a:rPr lang="en-IN" sz="1600" b="1" dirty="0" err="1" smtClean="0"/>
              <a:t>mkdir</a:t>
            </a:r>
            <a:r>
              <a:rPr lang="en-IN" sz="1600" b="1" dirty="0" smtClean="0"/>
              <a:t> %APP_NAME%\internal\model</a:t>
            </a:r>
          </a:p>
          <a:p>
            <a:pPr marL="0" indent="0">
              <a:buNone/>
            </a:pPr>
            <a:r>
              <a:rPr lang="en-IN" sz="1600" b="1" dirty="0" err="1" smtClean="0"/>
              <a:t>mkdir</a:t>
            </a:r>
            <a:r>
              <a:rPr lang="en-IN" sz="1600" b="1" dirty="0" smtClean="0"/>
              <a:t> %APP_NAME%\internal\repository</a:t>
            </a:r>
          </a:p>
          <a:p>
            <a:pPr marL="0" indent="0">
              <a:buNone/>
            </a:pPr>
            <a:r>
              <a:rPr lang="en-IN" sz="1600" b="1" dirty="0" err="1" smtClean="0"/>
              <a:t>mkdir</a:t>
            </a:r>
            <a:r>
              <a:rPr lang="en-IN" sz="1600" b="1" dirty="0" smtClean="0"/>
              <a:t> %APP_NAME%\internal\service</a:t>
            </a:r>
          </a:p>
          <a:p>
            <a:endParaRPr lang="en-IN" sz="1600" b="1" dirty="0" smtClean="0"/>
          </a:p>
          <a:p>
            <a:endParaRPr lang="en-IN" sz="1600" b="1" dirty="0"/>
          </a:p>
        </p:txBody>
      </p:sp>
      <p:sp>
        <p:nvSpPr>
          <p:cNvPr id="4" name="TextBox 3"/>
          <p:cNvSpPr txBox="1"/>
          <p:nvPr/>
        </p:nvSpPr>
        <p:spPr>
          <a:xfrm>
            <a:off x="6263640" y="1834769"/>
            <a:ext cx="4189288" cy="3139321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IN" dirty="0" smtClean="0"/>
              <a:t>set "APP_NAME=gin-app"</a:t>
            </a:r>
          </a:p>
          <a:p>
            <a:endParaRPr lang="en-IN" dirty="0" smtClean="0"/>
          </a:p>
          <a:p>
            <a:r>
              <a:rPr lang="en-IN" dirty="0" err="1" smtClean="0"/>
              <a:t>mkdir</a:t>
            </a:r>
            <a:r>
              <a:rPr lang="en-IN" dirty="0" smtClean="0"/>
              <a:t> %APP_NAME%\</a:t>
            </a:r>
            <a:r>
              <a:rPr lang="en-IN" dirty="0" err="1" smtClean="0"/>
              <a:t>cmd</a:t>
            </a:r>
            <a:endParaRPr lang="en-IN" dirty="0" smtClean="0"/>
          </a:p>
          <a:p>
            <a:r>
              <a:rPr lang="en-IN" dirty="0" err="1" smtClean="0"/>
              <a:t>mkdir</a:t>
            </a:r>
            <a:r>
              <a:rPr lang="en-IN" dirty="0" smtClean="0"/>
              <a:t> %APP_NAME%\</a:t>
            </a:r>
            <a:r>
              <a:rPr lang="en-IN" dirty="0" err="1" smtClean="0"/>
              <a:t>config</a:t>
            </a:r>
            <a:endParaRPr lang="en-IN" dirty="0" smtClean="0"/>
          </a:p>
          <a:p>
            <a:r>
              <a:rPr lang="en-IN" dirty="0" err="1" smtClean="0"/>
              <a:t>mkdir</a:t>
            </a:r>
            <a:r>
              <a:rPr lang="en-IN" dirty="0" smtClean="0"/>
              <a:t> %APP_NAME%\database\</a:t>
            </a:r>
            <a:r>
              <a:rPr lang="en-IN" dirty="0" err="1" smtClean="0"/>
              <a:t>mysql</a:t>
            </a:r>
            <a:endParaRPr lang="en-IN" dirty="0" smtClean="0"/>
          </a:p>
          <a:p>
            <a:r>
              <a:rPr lang="en-IN" dirty="0" err="1" smtClean="0"/>
              <a:t>mkdir</a:t>
            </a:r>
            <a:r>
              <a:rPr lang="en-IN" dirty="0" smtClean="0"/>
              <a:t> %APP_NAME%\internal\</a:t>
            </a:r>
            <a:r>
              <a:rPr lang="en-IN" dirty="0" err="1" smtClean="0"/>
              <a:t>api</a:t>
            </a:r>
            <a:r>
              <a:rPr lang="en-IN" dirty="0" smtClean="0"/>
              <a:t>\handler</a:t>
            </a:r>
          </a:p>
          <a:p>
            <a:r>
              <a:rPr lang="en-IN" dirty="0" err="1" smtClean="0"/>
              <a:t>mkdir</a:t>
            </a:r>
            <a:r>
              <a:rPr lang="en-IN" dirty="0" smtClean="0"/>
              <a:t> %APP_NAME%\internal\</a:t>
            </a:r>
            <a:r>
              <a:rPr lang="en-IN" dirty="0" err="1" smtClean="0"/>
              <a:t>api</a:t>
            </a:r>
            <a:r>
              <a:rPr lang="en-IN" dirty="0" smtClean="0"/>
              <a:t>\routes</a:t>
            </a:r>
          </a:p>
          <a:p>
            <a:r>
              <a:rPr lang="en-IN" dirty="0" err="1" smtClean="0"/>
              <a:t>mkdir</a:t>
            </a:r>
            <a:r>
              <a:rPr lang="en-IN" dirty="0" smtClean="0"/>
              <a:t> %APP_NAME%\internal\model</a:t>
            </a:r>
          </a:p>
          <a:p>
            <a:r>
              <a:rPr lang="en-IN" dirty="0" err="1" smtClean="0"/>
              <a:t>mkdir</a:t>
            </a:r>
            <a:r>
              <a:rPr lang="en-IN" dirty="0" smtClean="0"/>
              <a:t> %APP_NAME%\internal\repository</a:t>
            </a:r>
          </a:p>
          <a:p>
            <a:r>
              <a:rPr lang="en-IN" dirty="0" err="1" smtClean="0"/>
              <a:t>mkdir</a:t>
            </a:r>
            <a:r>
              <a:rPr lang="en-IN" dirty="0" smtClean="0"/>
              <a:t> %APP_NAME%\internal\service</a:t>
            </a:r>
          </a:p>
          <a:p>
            <a:endParaRPr lang="en-IN" dirty="0" smtClean="0"/>
          </a:p>
        </p:txBody>
      </p:sp>
      <p:sp>
        <p:nvSpPr>
          <p:cNvPr id="5" name="TextBox 4"/>
          <p:cNvSpPr txBox="1"/>
          <p:nvPr/>
        </p:nvSpPr>
        <p:spPr>
          <a:xfrm>
            <a:off x="539496" y="1380744"/>
            <a:ext cx="2910027" cy="36933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none" rtlCol="0">
            <a:spAutoFit/>
          </a:bodyPr>
          <a:lstStyle/>
          <a:p>
            <a:r>
              <a:rPr lang="en-IN" dirty="0" smtClean="0"/>
              <a:t>generate_fiber_structure.bat</a:t>
            </a:r>
            <a:endParaRPr lang="en-IN" dirty="0"/>
          </a:p>
        </p:txBody>
      </p:sp>
      <p:sp>
        <p:nvSpPr>
          <p:cNvPr id="6" name="TextBox 5"/>
          <p:cNvSpPr txBox="1"/>
          <p:nvPr/>
        </p:nvSpPr>
        <p:spPr>
          <a:xfrm>
            <a:off x="6263640" y="1380744"/>
            <a:ext cx="2752933" cy="36933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none" rtlCol="0">
            <a:spAutoFit/>
          </a:bodyPr>
          <a:lstStyle/>
          <a:p>
            <a:r>
              <a:rPr lang="en-IN" dirty="0" smtClean="0"/>
              <a:t>generate_gin_structure.bat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713861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8744" y="173101"/>
            <a:ext cx="10515600" cy="320675"/>
          </a:xfrm>
        </p:spPr>
        <p:txBody>
          <a:bodyPr>
            <a:normAutofit fontScale="90000"/>
          </a:bodyPr>
          <a:lstStyle/>
          <a:p>
            <a:r>
              <a:rPr lang="en-IN" dirty="0" smtClean="0"/>
              <a:t>Custom CLI Tool in Go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740664"/>
            <a:ext cx="7830312" cy="5482019"/>
          </a:xfrm>
          <a:solidFill>
            <a:schemeClr val="accent5">
              <a:lumMod val="20000"/>
              <a:lumOff val="80000"/>
            </a:schemeClr>
          </a:solidFill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IN" sz="2600" dirty="0" smtClean="0"/>
              <a:t>package main</a:t>
            </a:r>
          </a:p>
          <a:p>
            <a:pPr marL="0" indent="0">
              <a:buNone/>
            </a:pPr>
            <a:endParaRPr lang="en-IN" sz="2600" dirty="0" smtClean="0"/>
          </a:p>
          <a:p>
            <a:pPr marL="0" indent="0">
              <a:buNone/>
            </a:pPr>
            <a:r>
              <a:rPr lang="en-IN" sz="2600" dirty="0" smtClean="0"/>
              <a:t>import (</a:t>
            </a:r>
          </a:p>
          <a:p>
            <a:pPr marL="0" indent="0">
              <a:buNone/>
            </a:pPr>
            <a:r>
              <a:rPr lang="en-IN" sz="2600" dirty="0" smtClean="0"/>
              <a:t>    "</a:t>
            </a:r>
            <a:r>
              <a:rPr lang="en-IN" sz="2600" dirty="0" err="1" smtClean="0"/>
              <a:t>fmt</a:t>
            </a:r>
            <a:r>
              <a:rPr lang="en-IN" sz="2600" dirty="0" smtClean="0"/>
              <a:t>"</a:t>
            </a:r>
          </a:p>
          <a:p>
            <a:pPr marL="0" indent="0">
              <a:buNone/>
            </a:pPr>
            <a:r>
              <a:rPr lang="en-IN" sz="2600" dirty="0" smtClean="0"/>
              <a:t>    "</a:t>
            </a:r>
            <a:r>
              <a:rPr lang="en-IN" sz="2600" dirty="0" err="1" smtClean="0"/>
              <a:t>os</a:t>
            </a:r>
            <a:r>
              <a:rPr lang="en-IN" sz="2600" dirty="0" smtClean="0"/>
              <a:t>"</a:t>
            </a:r>
          </a:p>
          <a:p>
            <a:pPr marL="0" indent="0">
              <a:buNone/>
            </a:pPr>
            <a:r>
              <a:rPr lang="en-IN" sz="2600" dirty="0" smtClean="0"/>
              <a:t>)</a:t>
            </a:r>
          </a:p>
          <a:p>
            <a:pPr marL="0" indent="0">
              <a:buNone/>
            </a:pPr>
            <a:endParaRPr lang="en-IN" sz="2600" dirty="0" smtClean="0"/>
          </a:p>
          <a:p>
            <a:pPr marL="0" indent="0">
              <a:buNone/>
            </a:pPr>
            <a:r>
              <a:rPr lang="en-IN" sz="2600" dirty="0" err="1" smtClean="0"/>
              <a:t>func</a:t>
            </a:r>
            <a:r>
              <a:rPr lang="en-IN" sz="2600" dirty="0" smtClean="0"/>
              <a:t> main() {</a:t>
            </a:r>
          </a:p>
          <a:p>
            <a:pPr marL="0" indent="0">
              <a:buNone/>
            </a:pPr>
            <a:r>
              <a:rPr lang="en-IN" sz="2600" dirty="0" smtClean="0"/>
              <a:t>    base := "</a:t>
            </a:r>
            <a:r>
              <a:rPr lang="en-IN" sz="2600" dirty="0" err="1" smtClean="0"/>
              <a:t>fiber</a:t>
            </a:r>
            <a:r>
              <a:rPr lang="en-IN" sz="2600" dirty="0" smtClean="0"/>
              <a:t>-app"</a:t>
            </a:r>
          </a:p>
          <a:p>
            <a:pPr marL="0" indent="0">
              <a:buNone/>
            </a:pPr>
            <a:r>
              <a:rPr lang="en-IN" sz="2600" dirty="0" smtClean="0"/>
              <a:t>    folders := []string{</a:t>
            </a:r>
          </a:p>
          <a:p>
            <a:pPr marL="0" indent="0">
              <a:buNone/>
            </a:pPr>
            <a:r>
              <a:rPr lang="en-IN" sz="2600" dirty="0" smtClean="0"/>
              <a:t>        "</a:t>
            </a:r>
            <a:r>
              <a:rPr lang="en-IN" sz="2600" dirty="0" err="1" smtClean="0"/>
              <a:t>cmd</a:t>
            </a:r>
            <a:r>
              <a:rPr lang="en-IN" sz="2600" dirty="0" smtClean="0"/>
              <a:t>", "</a:t>
            </a:r>
            <a:r>
              <a:rPr lang="en-IN" sz="2600" dirty="0" err="1" smtClean="0"/>
              <a:t>config</a:t>
            </a:r>
            <a:r>
              <a:rPr lang="en-IN" sz="2600" dirty="0" smtClean="0"/>
              <a:t>", "database/</a:t>
            </a:r>
            <a:r>
              <a:rPr lang="en-IN" sz="2600" dirty="0" err="1" smtClean="0"/>
              <a:t>mysql</a:t>
            </a:r>
            <a:r>
              <a:rPr lang="en-IN" sz="2600" dirty="0" smtClean="0"/>
              <a:t>",</a:t>
            </a:r>
          </a:p>
          <a:p>
            <a:pPr marL="0" indent="0">
              <a:buNone/>
            </a:pPr>
            <a:r>
              <a:rPr lang="en-IN" sz="2600" dirty="0" smtClean="0"/>
              <a:t>        "internal/</a:t>
            </a:r>
            <a:r>
              <a:rPr lang="en-IN" sz="2600" dirty="0" err="1" smtClean="0"/>
              <a:t>api</a:t>
            </a:r>
            <a:r>
              <a:rPr lang="en-IN" sz="2600" dirty="0" smtClean="0"/>
              <a:t>/handler", "internal/</a:t>
            </a:r>
            <a:r>
              <a:rPr lang="en-IN" sz="2600" dirty="0" err="1" smtClean="0"/>
              <a:t>api</a:t>
            </a:r>
            <a:r>
              <a:rPr lang="en-IN" sz="2600" dirty="0" smtClean="0"/>
              <a:t>/middleware", "internal/</a:t>
            </a:r>
            <a:r>
              <a:rPr lang="en-IN" sz="2600" dirty="0" err="1" smtClean="0"/>
              <a:t>api</a:t>
            </a:r>
            <a:r>
              <a:rPr lang="en-IN" sz="2600" dirty="0" smtClean="0"/>
              <a:t>/routes",</a:t>
            </a:r>
          </a:p>
          <a:p>
            <a:pPr marL="0" indent="0">
              <a:buNone/>
            </a:pPr>
            <a:r>
              <a:rPr lang="en-IN" sz="2600" dirty="0" smtClean="0"/>
              <a:t>        "internal/model", "internal/repository", "internal/service",</a:t>
            </a:r>
          </a:p>
          <a:p>
            <a:pPr marL="0" indent="0">
              <a:buNone/>
            </a:pPr>
            <a:r>
              <a:rPr lang="en-IN" sz="2600" dirty="0" smtClean="0"/>
              <a:t>    }</a:t>
            </a:r>
          </a:p>
          <a:p>
            <a:pPr marL="0" indent="0">
              <a:buNone/>
            </a:pPr>
            <a:r>
              <a:rPr lang="en-IN" dirty="0" smtClean="0"/>
              <a:t> </a:t>
            </a:r>
          </a:p>
          <a:p>
            <a:endParaRPr lang="en-IN" dirty="0" smtClean="0"/>
          </a:p>
        </p:txBody>
      </p:sp>
      <p:sp>
        <p:nvSpPr>
          <p:cNvPr id="4" name="TextBox 3"/>
          <p:cNvSpPr txBox="1"/>
          <p:nvPr/>
        </p:nvSpPr>
        <p:spPr>
          <a:xfrm>
            <a:off x="4181479" y="1138192"/>
            <a:ext cx="8010521" cy="2585323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dirty="0" smtClean="0"/>
              <a:t>for _, folder := range folders {</a:t>
            </a:r>
          </a:p>
          <a:p>
            <a:r>
              <a:rPr lang="en-IN" dirty="0" smtClean="0"/>
              <a:t>        path := </a:t>
            </a:r>
            <a:r>
              <a:rPr lang="en-IN" dirty="0" err="1" smtClean="0"/>
              <a:t>fmt.Sprintf</a:t>
            </a:r>
            <a:r>
              <a:rPr lang="en-IN" dirty="0" smtClean="0"/>
              <a:t>("%s/%s", base, folder)</a:t>
            </a:r>
          </a:p>
          <a:p>
            <a:r>
              <a:rPr lang="en-IN" dirty="0" smtClean="0"/>
              <a:t>        </a:t>
            </a:r>
            <a:r>
              <a:rPr lang="en-IN" dirty="0" err="1" smtClean="0"/>
              <a:t>os.MkdirAll</a:t>
            </a:r>
            <a:r>
              <a:rPr lang="en-IN" dirty="0" smtClean="0"/>
              <a:t>(path, </a:t>
            </a:r>
            <a:r>
              <a:rPr lang="en-IN" dirty="0" err="1" smtClean="0"/>
              <a:t>os.ModePerm</a:t>
            </a:r>
            <a:r>
              <a:rPr lang="en-IN" dirty="0" smtClean="0"/>
              <a:t>)</a:t>
            </a:r>
          </a:p>
          <a:p>
            <a:r>
              <a:rPr lang="en-IN" dirty="0" smtClean="0"/>
              <a:t>    }</a:t>
            </a:r>
          </a:p>
          <a:p>
            <a:endParaRPr lang="en-IN" dirty="0" smtClean="0"/>
          </a:p>
          <a:p>
            <a:r>
              <a:rPr lang="en-IN" dirty="0" smtClean="0"/>
              <a:t>    </a:t>
            </a:r>
            <a:r>
              <a:rPr lang="en-IN" dirty="0" err="1" smtClean="0"/>
              <a:t>os.WriteFile</a:t>
            </a:r>
            <a:r>
              <a:rPr lang="en-IN" dirty="0" smtClean="0"/>
              <a:t>(</a:t>
            </a:r>
            <a:r>
              <a:rPr lang="en-IN" dirty="0" err="1" smtClean="0"/>
              <a:t>fmt.Sprintf</a:t>
            </a:r>
            <a:r>
              <a:rPr lang="en-IN" dirty="0" smtClean="0"/>
              <a:t>("%s/go.mod", base), []byte("module </a:t>
            </a:r>
            <a:r>
              <a:rPr lang="en-IN" dirty="0" err="1" smtClean="0"/>
              <a:t>fiber</a:t>
            </a:r>
            <a:r>
              <a:rPr lang="en-IN" dirty="0" smtClean="0"/>
              <a:t>-app\n"), 0644)</a:t>
            </a:r>
          </a:p>
          <a:p>
            <a:r>
              <a:rPr lang="en-IN" dirty="0" smtClean="0"/>
              <a:t>    </a:t>
            </a:r>
            <a:r>
              <a:rPr lang="en-IN" dirty="0" err="1" smtClean="0"/>
              <a:t>fmt.Println</a:t>
            </a:r>
            <a:r>
              <a:rPr lang="en-IN" dirty="0" smtClean="0"/>
              <a:t>("</a:t>
            </a:r>
            <a:r>
              <a:rPr lang="en-IN" dirty="0" err="1" smtClean="0"/>
              <a:t>Fiber</a:t>
            </a:r>
            <a:r>
              <a:rPr lang="en-IN" dirty="0" smtClean="0"/>
              <a:t> project structure created!")</a:t>
            </a:r>
          </a:p>
          <a:p>
            <a:r>
              <a:rPr lang="en-IN" dirty="0" smtClean="0"/>
              <a:t>}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745306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smtClean="0"/>
              <a:t>What Is Buffalo?</a:t>
            </a:r>
            <a:br>
              <a:rPr lang="en-IN" b="1" dirty="0" smtClean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b="1" dirty="0" smtClean="0"/>
              <a:t>Buffalo</a:t>
            </a:r>
            <a:r>
              <a:rPr lang="en-IN" dirty="0" smtClean="0"/>
              <a:t> is a Go web application ecosystem that helps you </a:t>
            </a:r>
            <a:r>
              <a:rPr lang="en-IN" b="1" dirty="0" smtClean="0"/>
              <a:t>generate full-stack applications</a:t>
            </a:r>
            <a:r>
              <a:rPr lang="en-IN" dirty="0" smtClean="0"/>
              <a:t> with:</a:t>
            </a:r>
          </a:p>
          <a:p>
            <a:pPr marL="0" indent="0">
              <a:buNone/>
            </a:pPr>
            <a:r>
              <a:rPr lang="en-IN" dirty="0" smtClean="0"/>
              <a:t>✅ MVC structure</a:t>
            </a:r>
            <a:br>
              <a:rPr lang="en-IN" dirty="0" smtClean="0"/>
            </a:br>
            <a:r>
              <a:rPr lang="en-IN" dirty="0" smtClean="0"/>
              <a:t>✅ Live code reload</a:t>
            </a:r>
            <a:br>
              <a:rPr lang="en-IN" dirty="0" smtClean="0"/>
            </a:br>
            <a:r>
              <a:rPr lang="en-IN" dirty="0" smtClean="0"/>
              <a:t>✅ Database migration (Pop ORM)</a:t>
            </a:r>
            <a:br>
              <a:rPr lang="en-IN" dirty="0" smtClean="0"/>
            </a:br>
            <a:r>
              <a:rPr lang="en-IN" dirty="0" smtClean="0"/>
              <a:t>✅ API or HTML rendering</a:t>
            </a:r>
            <a:br>
              <a:rPr lang="en-IN" dirty="0" smtClean="0"/>
            </a:br>
            <a:r>
              <a:rPr lang="en-IN" dirty="0" smtClean="0"/>
              <a:t>✅ Developer CLI tools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731918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System Requirements</a:t>
            </a:r>
            <a:b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lang="en-IN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13274124"/>
              </p:ext>
            </p:extLst>
          </p:nvPr>
        </p:nvGraphicFramePr>
        <p:xfrm>
          <a:off x="600456" y="2446814"/>
          <a:ext cx="10515600" cy="1828800"/>
        </p:xfrm>
        <a:graphic>
          <a:graphicData uri="http://schemas.openxmlformats.org/drawingml/2006/table">
            <a:tbl>
              <a:tblPr/>
              <a:tblGrid>
                <a:gridCol w="3505200"/>
                <a:gridCol w="3505200"/>
                <a:gridCol w="3505200"/>
              </a:tblGrid>
              <a:tr h="0">
                <a:tc>
                  <a:txBody>
                    <a:bodyPr/>
                    <a:lstStyle/>
                    <a:p>
                      <a:r>
                        <a:rPr lang="en-IN" dirty="0"/>
                        <a:t>Tool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Why You Need It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Install Command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Go ≥ 1.18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Core language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Download Go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Git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Project setup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sudo apt install git / brew install git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IN" dirty="0"/>
                        <a:t>Node.js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Frontend assets (optional)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npm install -g node yarn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PostgreSQL / MySQL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Database backend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Install via package manager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224036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gobuffalo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 smtClean="0"/>
              <a:t>go install github.com/</a:t>
            </a:r>
            <a:r>
              <a:rPr lang="en-IN" dirty="0" err="1" smtClean="0"/>
              <a:t>gobuffalo</a:t>
            </a:r>
            <a:r>
              <a:rPr lang="en-IN" dirty="0" smtClean="0"/>
              <a:t>/cli/</a:t>
            </a:r>
            <a:r>
              <a:rPr lang="en-IN" dirty="0" err="1" smtClean="0"/>
              <a:t>cmd</a:t>
            </a:r>
            <a:r>
              <a:rPr lang="en-IN" dirty="0" smtClean="0"/>
              <a:t>/</a:t>
            </a:r>
            <a:r>
              <a:rPr lang="en-IN" dirty="0" err="1" smtClean="0"/>
              <a:t>buffalo@latest</a:t>
            </a:r>
            <a:endParaRPr lang="en-IN" dirty="0" smtClean="0"/>
          </a:p>
          <a:p>
            <a:pPr marL="0" indent="0">
              <a:buNone/>
            </a:pPr>
            <a:r>
              <a:rPr lang="en-IN" dirty="0" smtClean="0"/>
              <a:t>buffalo version</a:t>
            </a:r>
          </a:p>
          <a:p>
            <a:pPr marL="0" indent="0">
              <a:buNone/>
            </a:pPr>
            <a:r>
              <a:rPr lang="en-IN" dirty="0" smtClean="0"/>
              <a:t>buffalo new </a:t>
            </a:r>
            <a:r>
              <a:rPr lang="en-IN" dirty="0" err="1" smtClean="0"/>
              <a:t>myapp</a:t>
            </a:r>
            <a:endParaRPr lang="en-IN" dirty="0" smtClean="0"/>
          </a:p>
          <a:p>
            <a:pPr marL="0" indent="0">
              <a:buNone/>
            </a:pPr>
            <a:r>
              <a:rPr lang="en-IN" dirty="0" smtClean="0"/>
              <a:t>cd </a:t>
            </a:r>
            <a:r>
              <a:rPr lang="en-IN" dirty="0" err="1" smtClean="0"/>
              <a:t>myapp</a:t>
            </a:r>
            <a:endParaRPr lang="en-IN" dirty="0" smtClean="0"/>
          </a:p>
          <a:p>
            <a:pPr marL="0" indent="0">
              <a:buNone/>
            </a:pPr>
            <a:r>
              <a:rPr lang="en-IN" dirty="0" smtClean="0"/>
              <a:t>buffalo new </a:t>
            </a:r>
            <a:r>
              <a:rPr lang="en-IN" dirty="0" err="1" smtClean="0"/>
              <a:t>myapi</a:t>
            </a:r>
            <a:r>
              <a:rPr lang="en-IN" dirty="0" smtClean="0"/>
              <a:t> --</a:t>
            </a:r>
            <a:r>
              <a:rPr lang="en-IN" dirty="0" err="1" smtClean="0"/>
              <a:t>api</a:t>
            </a:r>
            <a:endParaRPr lang="en-IN" dirty="0" smtClean="0"/>
          </a:p>
          <a:p>
            <a:pPr marL="0" indent="0">
              <a:buNone/>
            </a:pPr>
            <a:r>
              <a:rPr lang="en-IN" dirty="0" smtClean="0"/>
              <a:t>cd </a:t>
            </a:r>
            <a:r>
              <a:rPr lang="en-IN" dirty="0" err="1" smtClean="0"/>
              <a:t>myapi</a:t>
            </a:r>
            <a:endParaRPr lang="en-IN" dirty="0" smtClean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050282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 smtClean="0"/>
              <a:t>development:</a:t>
            </a:r>
          </a:p>
          <a:p>
            <a:pPr marL="0" indent="0">
              <a:buNone/>
            </a:pPr>
            <a:r>
              <a:rPr lang="en-IN" dirty="0" smtClean="0"/>
              <a:t>  dialect: </a:t>
            </a:r>
            <a:r>
              <a:rPr lang="en-IN" dirty="0" err="1" smtClean="0"/>
              <a:t>postgres</a:t>
            </a:r>
            <a:endParaRPr lang="en-IN" dirty="0" smtClean="0"/>
          </a:p>
          <a:p>
            <a:pPr marL="0" indent="0">
              <a:buNone/>
            </a:pPr>
            <a:r>
              <a:rPr lang="en-IN" dirty="0" smtClean="0"/>
              <a:t>  database: </a:t>
            </a:r>
            <a:r>
              <a:rPr lang="en-IN" dirty="0" err="1" smtClean="0"/>
              <a:t>myapp_development</a:t>
            </a:r>
            <a:endParaRPr lang="en-IN" dirty="0" smtClean="0"/>
          </a:p>
          <a:p>
            <a:pPr marL="0" indent="0">
              <a:buNone/>
            </a:pPr>
            <a:r>
              <a:rPr lang="en-IN" dirty="0" smtClean="0"/>
              <a:t>  user: </a:t>
            </a:r>
            <a:r>
              <a:rPr lang="en-IN" dirty="0" err="1" smtClean="0"/>
              <a:t>postgres</a:t>
            </a:r>
            <a:endParaRPr lang="en-IN" dirty="0" smtClean="0"/>
          </a:p>
          <a:p>
            <a:pPr marL="0" indent="0">
              <a:buNone/>
            </a:pPr>
            <a:r>
              <a:rPr lang="en-IN" dirty="0" smtClean="0"/>
              <a:t>  password: password</a:t>
            </a:r>
          </a:p>
          <a:p>
            <a:pPr marL="0" indent="0">
              <a:buNone/>
            </a:pPr>
            <a:r>
              <a:rPr lang="en-IN" dirty="0" smtClean="0"/>
              <a:t>  host: 127.0.0.1</a:t>
            </a:r>
          </a:p>
          <a:p>
            <a:pPr marL="0" indent="0">
              <a:buNone/>
            </a:pPr>
            <a:r>
              <a:rPr lang="en-IN" dirty="0" smtClean="0"/>
              <a:t>  port: 5432</a:t>
            </a:r>
          </a:p>
          <a:p>
            <a:endParaRPr lang="en-IN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673964"/>
            <a:ext cx="2930033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Configure Database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Edit </a:t>
            </a:r>
            <a:r>
              <a:rPr kumimoji="0" lang="en-US" altLang="en-US" sz="2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database.yml</a:t>
            </a:r>
            <a:r>
              <a:rPr kumimoji="0" lang="en-US" altLang="en-US" sz="2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</a:rPr>
              <a:t> to set:</a:t>
            </a:r>
            <a:endParaRPr kumimoji="0" lang="en-US" altLang="en-US" sz="2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44364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.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smtClean="0"/>
              <a:t>buffalo pop create -e development</a:t>
            </a:r>
          </a:p>
          <a:p>
            <a:r>
              <a:rPr lang="en-IN" dirty="0" smtClean="0"/>
              <a:t>buffalo dev</a:t>
            </a:r>
          </a:p>
          <a:p>
            <a:r>
              <a:rPr lang="en-IN" dirty="0" smtClean="0"/>
              <a:t>http://localhost:3000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885736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Generate resources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346833"/>
            <a:ext cx="10515600" cy="899287"/>
          </a:xfrm>
        </p:spPr>
        <p:txBody>
          <a:bodyPr/>
          <a:lstStyle/>
          <a:p>
            <a:r>
              <a:rPr lang="en-IN" dirty="0" smtClean="0"/>
              <a:t>buffalo generate resource user name email</a:t>
            </a:r>
          </a:p>
          <a:p>
            <a:endParaRPr lang="en-IN" dirty="0"/>
          </a:p>
        </p:txBody>
      </p:sp>
      <p:sp>
        <p:nvSpPr>
          <p:cNvPr id="7" name="TextBox 6"/>
          <p:cNvSpPr txBox="1"/>
          <p:nvPr/>
        </p:nvSpPr>
        <p:spPr>
          <a:xfrm>
            <a:off x="1152144" y="3246120"/>
            <a:ext cx="3520440" cy="184665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Arial" panose="020B0604020202020204" pitchFamily="34" charset="0"/>
              </a:rPr>
              <a:t>Creates: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/actions/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users.go</a:t>
            </a:r>
            <a:endParaRPr kumimoji="0" lang="en-US" altLang="en-US" sz="1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/models/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user.go</a:t>
            </a:r>
            <a:endParaRPr kumimoji="0" lang="en-US" altLang="en-US" sz="1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Templates: </a:t>
            </a:r>
            <a:r>
              <a:rPr kumimoji="0" lang="en-US" altLang="en-US" sz="1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templates/users/</a:t>
            </a:r>
            <a:endParaRPr kumimoji="0" lang="en-US" altLang="en-US" sz="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Routes: added automatically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Migrations for DB</a:t>
            </a:r>
          </a:p>
          <a:p>
            <a:endParaRPr lang="en-IN" dirty="0"/>
          </a:p>
        </p:txBody>
      </p:sp>
      <p:sp>
        <p:nvSpPr>
          <p:cNvPr id="8" name="TextBox 7"/>
          <p:cNvSpPr txBox="1"/>
          <p:nvPr/>
        </p:nvSpPr>
        <p:spPr>
          <a:xfrm>
            <a:off x="5650992" y="4909899"/>
            <a:ext cx="3147657" cy="646331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n-IN" dirty="0" smtClean="0"/>
              <a:t>Run the migrate command now</a:t>
            </a:r>
          </a:p>
          <a:p>
            <a:r>
              <a:rPr lang="en-IN" dirty="0" smtClean="0"/>
              <a:t>buffalo pop migrate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603359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API Response Example</a:t>
            </a:r>
            <a:endParaRPr lang="en-IN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838200" y="1892585"/>
            <a:ext cx="4985532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 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actions/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users.go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, modify 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Show()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24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return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c.Render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(200,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r.JSON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(user))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2400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buffalo test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83660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38984" y="2980309"/>
            <a:ext cx="10515600" cy="1325563"/>
          </a:xfrm>
        </p:spPr>
        <p:txBody>
          <a:bodyPr/>
          <a:lstStyle/>
          <a:p>
            <a:r>
              <a:rPr lang="en-US" dirty="0" smtClean="0"/>
              <a:t>Fiber framework based project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569825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493775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Fiber project in details step by step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58368"/>
            <a:ext cx="10515600" cy="5989320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dirty="0" smtClean="0"/>
              <a:t>Step 1 : create folder structure manually as below</a:t>
            </a:r>
          </a:p>
          <a:p>
            <a:pPr marL="0" indent="0">
              <a:buNone/>
            </a:pPr>
            <a:r>
              <a:rPr lang="en-IN" dirty="0" smtClean="0"/>
              <a:t>go-user-</a:t>
            </a:r>
            <a:r>
              <a:rPr lang="en-IN" dirty="0" err="1" smtClean="0"/>
              <a:t>api</a:t>
            </a:r>
            <a:r>
              <a:rPr lang="en-IN" dirty="0" smtClean="0"/>
              <a:t>/</a:t>
            </a:r>
          </a:p>
          <a:p>
            <a:pPr marL="0" indent="0">
              <a:buNone/>
            </a:pPr>
            <a:r>
              <a:rPr lang="en-IN" dirty="0" smtClean="0"/>
              <a:t>│</a:t>
            </a:r>
          </a:p>
          <a:p>
            <a:pPr marL="0" indent="0">
              <a:buNone/>
            </a:pPr>
            <a:r>
              <a:rPr lang="en-IN" dirty="0" smtClean="0"/>
              <a:t>├── </a:t>
            </a:r>
            <a:r>
              <a:rPr lang="en-IN" dirty="0" err="1" smtClean="0"/>
              <a:t>config</a:t>
            </a:r>
            <a:r>
              <a:rPr lang="en-IN" dirty="0" smtClean="0"/>
              <a:t>/             # DB </a:t>
            </a:r>
            <a:r>
              <a:rPr lang="en-IN" dirty="0" err="1" smtClean="0"/>
              <a:t>config</a:t>
            </a:r>
            <a:endParaRPr lang="en-IN" dirty="0" smtClean="0"/>
          </a:p>
          <a:p>
            <a:pPr marL="0" indent="0">
              <a:buNone/>
            </a:pPr>
            <a:r>
              <a:rPr lang="en-IN" dirty="0" smtClean="0"/>
              <a:t>│   └── </a:t>
            </a:r>
            <a:r>
              <a:rPr lang="en-IN" dirty="0" err="1" smtClean="0"/>
              <a:t>db.go</a:t>
            </a:r>
            <a:endParaRPr lang="en-IN" dirty="0" smtClean="0"/>
          </a:p>
          <a:p>
            <a:pPr marL="0" indent="0">
              <a:buNone/>
            </a:pPr>
            <a:r>
              <a:rPr lang="en-IN" dirty="0" smtClean="0"/>
              <a:t>├── controller/         # HTTP handlers</a:t>
            </a:r>
          </a:p>
          <a:p>
            <a:pPr marL="0" indent="0">
              <a:buNone/>
            </a:pPr>
            <a:r>
              <a:rPr lang="en-IN" dirty="0" smtClean="0"/>
              <a:t>│   └── </a:t>
            </a:r>
            <a:r>
              <a:rPr lang="en-IN" dirty="0" err="1" smtClean="0"/>
              <a:t>user_controller.go</a:t>
            </a:r>
            <a:endParaRPr lang="en-IN" dirty="0" smtClean="0"/>
          </a:p>
          <a:p>
            <a:pPr marL="0" indent="0">
              <a:buNone/>
            </a:pPr>
            <a:r>
              <a:rPr lang="en-IN" dirty="0" smtClean="0"/>
              <a:t>├── service/            # Business logic</a:t>
            </a:r>
          </a:p>
          <a:p>
            <a:pPr marL="0" indent="0">
              <a:buNone/>
            </a:pPr>
            <a:r>
              <a:rPr lang="en-IN" dirty="0" smtClean="0"/>
              <a:t>│   └── </a:t>
            </a:r>
            <a:r>
              <a:rPr lang="en-IN" dirty="0" err="1" smtClean="0"/>
              <a:t>user_service.go</a:t>
            </a:r>
            <a:endParaRPr lang="en-IN" dirty="0" smtClean="0"/>
          </a:p>
          <a:p>
            <a:pPr marL="0" indent="0">
              <a:buNone/>
            </a:pPr>
            <a:r>
              <a:rPr lang="en-IN" dirty="0" smtClean="0"/>
              <a:t>├── </a:t>
            </a:r>
            <a:r>
              <a:rPr lang="en-IN" dirty="0" err="1" smtClean="0"/>
              <a:t>dao</a:t>
            </a:r>
            <a:r>
              <a:rPr lang="en-IN" dirty="0" smtClean="0"/>
              <a:t>/                # Data Access Object (DB queries)</a:t>
            </a:r>
          </a:p>
          <a:p>
            <a:pPr marL="0" indent="0">
              <a:buNone/>
            </a:pPr>
            <a:r>
              <a:rPr lang="en-IN" dirty="0" smtClean="0"/>
              <a:t>│   └── </a:t>
            </a:r>
            <a:r>
              <a:rPr lang="en-IN" dirty="0" err="1" smtClean="0"/>
              <a:t>user_dao.go</a:t>
            </a:r>
            <a:endParaRPr lang="en-IN" dirty="0" smtClean="0"/>
          </a:p>
          <a:p>
            <a:pPr marL="0" indent="0">
              <a:buNone/>
            </a:pPr>
            <a:r>
              <a:rPr lang="en-IN" dirty="0" smtClean="0"/>
              <a:t>├── model/              # </a:t>
            </a:r>
            <a:r>
              <a:rPr lang="en-IN" dirty="0" err="1" smtClean="0"/>
              <a:t>Structs</a:t>
            </a:r>
            <a:r>
              <a:rPr lang="en-IN" dirty="0" smtClean="0"/>
              <a:t> for DB &amp; JSON</a:t>
            </a:r>
          </a:p>
          <a:p>
            <a:pPr marL="0" indent="0">
              <a:buNone/>
            </a:pPr>
            <a:r>
              <a:rPr lang="en-IN" dirty="0" smtClean="0"/>
              <a:t>│   └── </a:t>
            </a:r>
            <a:r>
              <a:rPr lang="en-IN" dirty="0" err="1" smtClean="0"/>
              <a:t>user.go</a:t>
            </a:r>
            <a:endParaRPr lang="en-IN" dirty="0" smtClean="0"/>
          </a:p>
          <a:p>
            <a:pPr marL="0" indent="0">
              <a:buNone/>
            </a:pPr>
            <a:r>
              <a:rPr lang="en-IN" dirty="0" smtClean="0"/>
              <a:t>├── router/             # HTTP route setup</a:t>
            </a:r>
          </a:p>
          <a:p>
            <a:pPr marL="0" indent="0">
              <a:buNone/>
            </a:pPr>
            <a:r>
              <a:rPr lang="en-IN" dirty="0" smtClean="0"/>
              <a:t>│   └── </a:t>
            </a:r>
            <a:r>
              <a:rPr lang="en-IN" dirty="0" err="1" smtClean="0"/>
              <a:t>router.go</a:t>
            </a:r>
            <a:endParaRPr lang="en-IN" dirty="0" smtClean="0"/>
          </a:p>
          <a:p>
            <a:pPr marL="0" indent="0">
              <a:buNone/>
            </a:pPr>
            <a:r>
              <a:rPr lang="en-IN" dirty="0" smtClean="0"/>
              <a:t>├── </a:t>
            </a:r>
            <a:r>
              <a:rPr lang="en-IN" dirty="0" err="1" smtClean="0"/>
              <a:t>main.go</a:t>
            </a:r>
            <a:r>
              <a:rPr lang="en-IN" dirty="0" smtClean="0"/>
              <a:t>             # Entry point</a:t>
            </a:r>
          </a:p>
          <a:p>
            <a:pPr marL="0" indent="0">
              <a:buNone/>
            </a:pPr>
            <a:r>
              <a:rPr lang="en-IN" dirty="0" smtClean="0"/>
              <a:t>├── go.mod</a:t>
            </a:r>
          </a:p>
          <a:p>
            <a:pPr marL="0" indent="0">
              <a:buNone/>
            </a:pPr>
            <a:r>
              <a:rPr lang="en-IN" dirty="0" smtClean="0"/>
              <a:t>└── </a:t>
            </a:r>
            <a:r>
              <a:rPr lang="en-IN" dirty="0" err="1" smtClean="0"/>
              <a:t>go.sum</a:t>
            </a:r>
            <a:endParaRPr lang="en-IN" dirty="0" smtClean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307577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Install Required Packages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smtClean="0"/>
              <a:t>go mod </a:t>
            </a:r>
            <a:r>
              <a:rPr lang="en-IN" dirty="0" err="1" smtClean="0"/>
              <a:t>init</a:t>
            </a:r>
            <a:r>
              <a:rPr lang="en-IN" dirty="0" smtClean="0"/>
              <a:t> go-user-</a:t>
            </a:r>
            <a:r>
              <a:rPr lang="en-IN" dirty="0" err="1" smtClean="0"/>
              <a:t>api</a:t>
            </a:r>
            <a:endParaRPr lang="en-IN" dirty="0" smtClean="0"/>
          </a:p>
          <a:p>
            <a:r>
              <a:rPr lang="en-IN" dirty="0" smtClean="0"/>
              <a:t>go get -u github.com/go-</a:t>
            </a:r>
            <a:r>
              <a:rPr lang="en-IN" dirty="0" err="1" smtClean="0"/>
              <a:t>sql</a:t>
            </a:r>
            <a:r>
              <a:rPr lang="en-IN" dirty="0" smtClean="0"/>
              <a:t>-driver/</a:t>
            </a:r>
            <a:r>
              <a:rPr lang="en-IN" dirty="0" err="1" smtClean="0"/>
              <a:t>mysql</a:t>
            </a:r>
            <a:endParaRPr lang="en-IN" dirty="0" smtClean="0"/>
          </a:p>
          <a:p>
            <a:r>
              <a:rPr lang="en-IN" dirty="0" smtClean="0"/>
              <a:t>go get -u github.com/</a:t>
            </a:r>
            <a:r>
              <a:rPr lang="en-IN" dirty="0" err="1" smtClean="0"/>
              <a:t>gofiber</a:t>
            </a:r>
            <a:r>
              <a:rPr lang="en-IN" dirty="0" smtClean="0"/>
              <a:t>/</a:t>
            </a:r>
            <a:r>
              <a:rPr lang="en-IN" dirty="0" err="1" smtClean="0"/>
              <a:t>fiber</a:t>
            </a:r>
            <a:r>
              <a:rPr lang="en-IN" dirty="0" smtClean="0"/>
              <a:t>/v2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074538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Mysql</a:t>
            </a:r>
            <a:r>
              <a:rPr lang="en-US" dirty="0" smtClean="0"/>
              <a:t> setup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solidFill>
            <a:schemeClr val="accent6">
              <a:lumMod val="40000"/>
              <a:lumOff val="60000"/>
            </a:schemeClr>
          </a:solidFill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dirty="0" smtClean="0"/>
              <a:t>CREATE DATABASE </a:t>
            </a:r>
            <a:r>
              <a:rPr lang="en-IN" dirty="0" err="1" smtClean="0"/>
              <a:t>npciuserdb</a:t>
            </a:r>
            <a:r>
              <a:rPr lang="en-IN" dirty="0" smtClean="0"/>
              <a:t>;</a:t>
            </a:r>
          </a:p>
          <a:p>
            <a:pPr marL="0" indent="0">
              <a:buNone/>
            </a:pPr>
            <a:endParaRPr lang="en-IN" dirty="0" smtClean="0"/>
          </a:p>
          <a:p>
            <a:pPr marL="0" indent="0">
              <a:buNone/>
            </a:pPr>
            <a:r>
              <a:rPr lang="en-IN" dirty="0" smtClean="0"/>
              <a:t>USE </a:t>
            </a:r>
            <a:r>
              <a:rPr lang="en-IN" dirty="0" err="1" smtClean="0"/>
              <a:t>npciuserdb</a:t>
            </a:r>
            <a:r>
              <a:rPr lang="en-IN" dirty="0" smtClean="0"/>
              <a:t>;</a:t>
            </a:r>
          </a:p>
          <a:p>
            <a:pPr marL="0" indent="0">
              <a:buNone/>
            </a:pPr>
            <a:endParaRPr lang="en-IN" dirty="0" smtClean="0"/>
          </a:p>
          <a:p>
            <a:pPr marL="0" indent="0">
              <a:buNone/>
            </a:pPr>
            <a:r>
              <a:rPr lang="en-IN" dirty="0" smtClean="0"/>
              <a:t>CREATE TABLE users (</a:t>
            </a:r>
          </a:p>
          <a:p>
            <a:pPr marL="0" indent="0">
              <a:buNone/>
            </a:pPr>
            <a:r>
              <a:rPr lang="en-IN" dirty="0" smtClean="0"/>
              <a:t>    id INT AUTO_INCREMENT PRIMARY KEY,</a:t>
            </a:r>
          </a:p>
          <a:p>
            <a:pPr marL="0" indent="0">
              <a:buNone/>
            </a:pPr>
            <a:r>
              <a:rPr lang="en-IN" dirty="0" smtClean="0"/>
              <a:t>    name VARCHAR(100),</a:t>
            </a:r>
          </a:p>
          <a:p>
            <a:pPr marL="0" indent="0">
              <a:buNone/>
            </a:pPr>
            <a:r>
              <a:rPr lang="en-IN" dirty="0" smtClean="0"/>
              <a:t>    email VARCHAR(100)</a:t>
            </a:r>
          </a:p>
          <a:p>
            <a:pPr marL="0" indent="0">
              <a:buNone/>
            </a:pPr>
            <a:r>
              <a:rPr lang="en-IN" dirty="0" smtClean="0"/>
              <a:t>);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749660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374903"/>
          </a:xfrm>
        </p:spPr>
        <p:txBody>
          <a:bodyPr>
            <a:normAutofit fontScale="90000"/>
          </a:bodyPr>
          <a:lstStyle/>
          <a:p>
            <a:r>
              <a:rPr lang="en-US" dirty="0" err="1" smtClean="0"/>
              <a:t>Config</a:t>
            </a:r>
            <a:r>
              <a:rPr lang="en-US" dirty="0" smtClean="0"/>
              <a:t>/</a:t>
            </a:r>
            <a:r>
              <a:rPr lang="en-US" dirty="0" err="1" smtClean="0"/>
              <a:t>db.go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585216"/>
            <a:ext cx="10515600" cy="6163056"/>
          </a:xfrm>
          <a:solidFill>
            <a:srgbClr val="FFC000"/>
          </a:solidFill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IN" dirty="0" smtClean="0"/>
              <a:t>package </a:t>
            </a:r>
            <a:r>
              <a:rPr lang="en-IN" dirty="0" err="1" smtClean="0"/>
              <a:t>config</a:t>
            </a:r>
            <a:endParaRPr lang="en-IN" dirty="0" smtClean="0"/>
          </a:p>
          <a:p>
            <a:pPr marL="0" indent="0">
              <a:buNone/>
            </a:pPr>
            <a:r>
              <a:rPr lang="en-IN" dirty="0" smtClean="0"/>
              <a:t>import (</a:t>
            </a:r>
          </a:p>
          <a:p>
            <a:pPr marL="0" indent="0">
              <a:buNone/>
            </a:pPr>
            <a:r>
              <a:rPr lang="en-IN" dirty="0" smtClean="0"/>
              <a:t>    "database/</a:t>
            </a:r>
            <a:r>
              <a:rPr lang="en-IN" dirty="0" err="1" smtClean="0"/>
              <a:t>sql</a:t>
            </a:r>
            <a:r>
              <a:rPr lang="en-IN" dirty="0" smtClean="0"/>
              <a:t>"</a:t>
            </a:r>
          </a:p>
          <a:p>
            <a:pPr marL="0" indent="0">
              <a:buNone/>
            </a:pPr>
            <a:r>
              <a:rPr lang="en-IN" dirty="0" smtClean="0"/>
              <a:t>    "log"</a:t>
            </a:r>
          </a:p>
          <a:p>
            <a:pPr marL="0" indent="0">
              <a:buNone/>
            </a:pPr>
            <a:r>
              <a:rPr lang="en-IN" dirty="0" smtClean="0"/>
              <a:t>    _ "github.com/go-</a:t>
            </a:r>
            <a:r>
              <a:rPr lang="en-IN" dirty="0" err="1" smtClean="0"/>
              <a:t>sql</a:t>
            </a:r>
            <a:r>
              <a:rPr lang="en-IN" dirty="0" smtClean="0"/>
              <a:t>-driver/</a:t>
            </a:r>
            <a:r>
              <a:rPr lang="en-IN" dirty="0" err="1" smtClean="0"/>
              <a:t>mysql</a:t>
            </a:r>
            <a:r>
              <a:rPr lang="en-IN" dirty="0" smtClean="0"/>
              <a:t>"</a:t>
            </a:r>
          </a:p>
          <a:p>
            <a:pPr marL="0" indent="0">
              <a:buNone/>
            </a:pPr>
            <a:r>
              <a:rPr lang="en-IN" dirty="0" smtClean="0"/>
              <a:t>)</a:t>
            </a:r>
          </a:p>
          <a:p>
            <a:pPr marL="0" indent="0">
              <a:buNone/>
            </a:pPr>
            <a:r>
              <a:rPr lang="en-IN" dirty="0" err="1" smtClean="0"/>
              <a:t>var</a:t>
            </a:r>
            <a:r>
              <a:rPr lang="en-IN" dirty="0" smtClean="0"/>
              <a:t> DB *</a:t>
            </a:r>
            <a:r>
              <a:rPr lang="en-IN" dirty="0" err="1" smtClean="0"/>
              <a:t>sql.DB</a:t>
            </a:r>
            <a:endParaRPr lang="en-IN" dirty="0" smtClean="0"/>
          </a:p>
          <a:p>
            <a:pPr marL="0" indent="0">
              <a:buNone/>
            </a:pPr>
            <a:r>
              <a:rPr lang="en-IN" dirty="0" err="1" smtClean="0"/>
              <a:t>func</a:t>
            </a:r>
            <a:r>
              <a:rPr lang="en-IN" dirty="0" smtClean="0"/>
              <a:t> </a:t>
            </a:r>
            <a:r>
              <a:rPr lang="en-IN" dirty="0" err="1" smtClean="0"/>
              <a:t>ConnectDB</a:t>
            </a:r>
            <a:r>
              <a:rPr lang="en-IN" dirty="0" smtClean="0"/>
              <a:t>() {</a:t>
            </a:r>
          </a:p>
          <a:p>
            <a:pPr marL="0" indent="0">
              <a:buNone/>
            </a:pPr>
            <a:r>
              <a:rPr lang="en-IN" dirty="0" smtClean="0"/>
              <a:t>    </a:t>
            </a:r>
            <a:r>
              <a:rPr lang="en-IN" dirty="0" err="1" smtClean="0"/>
              <a:t>var</a:t>
            </a:r>
            <a:r>
              <a:rPr lang="en-IN" dirty="0" smtClean="0"/>
              <a:t> err error</a:t>
            </a:r>
          </a:p>
          <a:p>
            <a:pPr marL="0" indent="0">
              <a:buNone/>
            </a:pPr>
            <a:r>
              <a:rPr lang="en-IN" dirty="0" smtClean="0"/>
              <a:t>    </a:t>
            </a:r>
            <a:r>
              <a:rPr lang="en-IN" dirty="0" err="1" smtClean="0"/>
              <a:t>dsn</a:t>
            </a:r>
            <a:r>
              <a:rPr lang="en-IN" dirty="0" smtClean="0"/>
              <a:t> := "</a:t>
            </a:r>
            <a:r>
              <a:rPr lang="en-IN" dirty="0" err="1" smtClean="0"/>
              <a:t>root:rajesh@tcp</a:t>
            </a:r>
            <a:r>
              <a:rPr lang="en-IN" dirty="0" smtClean="0"/>
              <a:t>(localhost:3306</a:t>
            </a:r>
            <a:r>
              <a:rPr lang="en-IN" dirty="0"/>
              <a:t>)/</a:t>
            </a:r>
            <a:r>
              <a:rPr lang="en-IN" dirty="0" err="1"/>
              <a:t>npciuserdb</a:t>
            </a:r>
            <a:r>
              <a:rPr lang="en-IN" dirty="0"/>
              <a:t>"</a:t>
            </a:r>
            <a:endParaRPr lang="en-IN" dirty="0" smtClean="0"/>
          </a:p>
          <a:p>
            <a:pPr marL="0" indent="0">
              <a:buNone/>
            </a:pPr>
            <a:r>
              <a:rPr lang="en-IN" dirty="0" smtClean="0"/>
              <a:t>    DB, err = </a:t>
            </a:r>
            <a:r>
              <a:rPr lang="en-IN" dirty="0" err="1" smtClean="0"/>
              <a:t>sql.Open</a:t>
            </a:r>
            <a:r>
              <a:rPr lang="en-IN" dirty="0" smtClean="0"/>
              <a:t>("</a:t>
            </a:r>
            <a:r>
              <a:rPr lang="en-IN" dirty="0" err="1" smtClean="0"/>
              <a:t>mysql</a:t>
            </a:r>
            <a:r>
              <a:rPr lang="en-IN" dirty="0" smtClean="0"/>
              <a:t>", </a:t>
            </a:r>
            <a:r>
              <a:rPr lang="en-IN" dirty="0" err="1" smtClean="0"/>
              <a:t>dsn</a:t>
            </a:r>
            <a:r>
              <a:rPr lang="en-IN" dirty="0" smtClean="0"/>
              <a:t>)</a:t>
            </a:r>
          </a:p>
          <a:p>
            <a:pPr marL="0" indent="0">
              <a:buNone/>
            </a:pPr>
            <a:r>
              <a:rPr lang="en-IN" dirty="0" smtClean="0"/>
              <a:t>    if err != nil {</a:t>
            </a:r>
          </a:p>
          <a:p>
            <a:pPr marL="0" indent="0">
              <a:buNone/>
            </a:pPr>
            <a:r>
              <a:rPr lang="en-IN" dirty="0" smtClean="0"/>
              <a:t>        </a:t>
            </a:r>
            <a:r>
              <a:rPr lang="en-IN" dirty="0" err="1" smtClean="0"/>
              <a:t>log.Fatal</a:t>
            </a:r>
            <a:r>
              <a:rPr lang="en-IN" dirty="0" smtClean="0"/>
              <a:t>("Failed to connect to DB:", err)</a:t>
            </a:r>
          </a:p>
          <a:p>
            <a:pPr marL="0" indent="0">
              <a:buNone/>
            </a:pPr>
            <a:r>
              <a:rPr lang="en-IN" dirty="0" smtClean="0"/>
              <a:t>    }</a:t>
            </a:r>
          </a:p>
          <a:p>
            <a:pPr marL="0" indent="0">
              <a:buNone/>
            </a:pPr>
            <a:endParaRPr lang="en-IN" dirty="0" smtClean="0"/>
          </a:p>
          <a:p>
            <a:pPr marL="0" indent="0">
              <a:buNone/>
            </a:pPr>
            <a:r>
              <a:rPr lang="en-IN" dirty="0" smtClean="0"/>
              <a:t>    </a:t>
            </a:r>
            <a:r>
              <a:rPr lang="en-IN" dirty="0" err="1" smtClean="0"/>
              <a:t>log.Println</a:t>
            </a:r>
            <a:r>
              <a:rPr lang="en-IN" dirty="0" smtClean="0"/>
              <a:t>("MySQL connected successfully")</a:t>
            </a:r>
          </a:p>
          <a:p>
            <a:pPr marL="0" indent="0">
              <a:buNone/>
            </a:pPr>
            <a:r>
              <a:rPr lang="en-IN" dirty="0" smtClean="0"/>
              <a:t>}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801336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7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2" dur="50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7" dur="500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Model/</a:t>
            </a:r>
            <a:r>
              <a:rPr lang="en-US" dirty="0" err="1" smtClean="0"/>
              <a:t>user.go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solidFill>
            <a:srgbClr val="FFC000"/>
          </a:solidFill>
        </p:spPr>
        <p:txBody>
          <a:bodyPr/>
          <a:lstStyle/>
          <a:p>
            <a:pPr marL="0" indent="0">
              <a:buNone/>
            </a:pPr>
            <a:r>
              <a:rPr lang="en-IN" dirty="0" smtClean="0"/>
              <a:t>package model</a:t>
            </a:r>
          </a:p>
          <a:p>
            <a:pPr marL="0" indent="0">
              <a:buNone/>
            </a:pPr>
            <a:endParaRPr lang="en-IN" dirty="0" smtClean="0"/>
          </a:p>
          <a:p>
            <a:pPr marL="0" indent="0">
              <a:buNone/>
            </a:pPr>
            <a:r>
              <a:rPr lang="en-IN" dirty="0" smtClean="0"/>
              <a:t>type User </a:t>
            </a:r>
            <a:r>
              <a:rPr lang="en-IN" dirty="0" err="1" smtClean="0"/>
              <a:t>struct</a:t>
            </a:r>
            <a:r>
              <a:rPr lang="en-IN" dirty="0" smtClean="0"/>
              <a:t> {</a:t>
            </a:r>
          </a:p>
          <a:p>
            <a:pPr marL="0" indent="0">
              <a:buNone/>
            </a:pPr>
            <a:r>
              <a:rPr lang="en-IN" dirty="0" smtClean="0"/>
              <a:t>    ID    </a:t>
            </a:r>
            <a:r>
              <a:rPr lang="en-IN" dirty="0" err="1" smtClean="0"/>
              <a:t>int</a:t>
            </a:r>
            <a:r>
              <a:rPr lang="en-IN" dirty="0" smtClean="0"/>
              <a:t>    `</a:t>
            </a:r>
            <a:r>
              <a:rPr lang="en-IN" dirty="0" err="1" smtClean="0"/>
              <a:t>json</a:t>
            </a:r>
            <a:r>
              <a:rPr lang="en-IN" dirty="0" smtClean="0"/>
              <a:t>:"id"`</a:t>
            </a:r>
          </a:p>
          <a:p>
            <a:pPr marL="0" indent="0">
              <a:buNone/>
            </a:pPr>
            <a:r>
              <a:rPr lang="en-IN" dirty="0" smtClean="0"/>
              <a:t>    Name  string `</a:t>
            </a:r>
            <a:r>
              <a:rPr lang="en-IN" dirty="0" err="1" smtClean="0"/>
              <a:t>json</a:t>
            </a:r>
            <a:r>
              <a:rPr lang="en-IN" dirty="0" smtClean="0"/>
              <a:t>:"name"`</a:t>
            </a:r>
          </a:p>
          <a:p>
            <a:pPr marL="0" indent="0">
              <a:buNone/>
            </a:pPr>
            <a:r>
              <a:rPr lang="en-IN" dirty="0" smtClean="0"/>
              <a:t>    Email string `</a:t>
            </a:r>
            <a:r>
              <a:rPr lang="en-IN" dirty="0" err="1" smtClean="0"/>
              <a:t>json</a:t>
            </a:r>
            <a:r>
              <a:rPr lang="en-IN" dirty="0" smtClean="0"/>
              <a:t>:"email"`</a:t>
            </a:r>
          </a:p>
          <a:p>
            <a:pPr marL="0" indent="0">
              <a:buNone/>
            </a:pPr>
            <a:r>
              <a:rPr lang="en-IN" dirty="0" smtClean="0"/>
              <a:t>}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09397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484631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Dao/</a:t>
            </a:r>
            <a:r>
              <a:rPr lang="en-US" dirty="0" err="1" smtClean="0"/>
              <a:t>user_dao.go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540871"/>
            <a:ext cx="2221992" cy="1845713"/>
          </a:xfrm>
          <a:solidFill>
            <a:srgbClr val="FFFF00"/>
          </a:solidFill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1600" dirty="0" smtClean="0"/>
              <a:t>package </a:t>
            </a:r>
            <a:r>
              <a:rPr lang="en-IN" sz="1600" dirty="0" err="1" smtClean="0"/>
              <a:t>dao</a:t>
            </a:r>
            <a:endParaRPr lang="en-IN" sz="1600" dirty="0" smtClean="0"/>
          </a:p>
          <a:p>
            <a:pPr marL="0" indent="0">
              <a:buNone/>
            </a:pPr>
            <a:r>
              <a:rPr lang="en-IN" sz="1600" dirty="0" smtClean="0"/>
              <a:t>import (</a:t>
            </a:r>
          </a:p>
          <a:p>
            <a:pPr marL="0" indent="0">
              <a:buNone/>
            </a:pPr>
            <a:r>
              <a:rPr lang="en-IN" sz="1600" dirty="0" smtClean="0"/>
              <a:t>    "go-user-</a:t>
            </a:r>
            <a:r>
              <a:rPr lang="en-IN" sz="1600" dirty="0" err="1" smtClean="0"/>
              <a:t>api</a:t>
            </a:r>
            <a:r>
              <a:rPr lang="en-IN" sz="1600" dirty="0" smtClean="0"/>
              <a:t>/</a:t>
            </a:r>
            <a:r>
              <a:rPr lang="en-IN" sz="1600" dirty="0" err="1" smtClean="0"/>
              <a:t>config</a:t>
            </a:r>
            <a:r>
              <a:rPr lang="en-IN" sz="1600" dirty="0" smtClean="0"/>
              <a:t>"</a:t>
            </a:r>
          </a:p>
          <a:p>
            <a:pPr marL="0" indent="0">
              <a:buNone/>
            </a:pPr>
            <a:r>
              <a:rPr lang="en-IN" sz="1600" dirty="0" smtClean="0"/>
              <a:t>    "go-user-</a:t>
            </a:r>
            <a:r>
              <a:rPr lang="en-IN" sz="1600" dirty="0" err="1" smtClean="0"/>
              <a:t>api</a:t>
            </a:r>
            <a:r>
              <a:rPr lang="en-IN" sz="1600" dirty="0" smtClean="0"/>
              <a:t>/model"</a:t>
            </a:r>
          </a:p>
          <a:p>
            <a:pPr marL="0" indent="0">
              <a:buNone/>
            </a:pPr>
            <a:r>
              <a:rPr lang="en-IN" sz="1600" dirty="0" smtClean="0"/>
              <a:t>)</a:t>
            </a:r>
          </a:p>
          <a:p>
            <a:pPr marL="0" indent="0">
              <a:buNone/>
            </a:pPr>
            <a:endParaRPr lang="en-IN" sz="1600" dirty="0" smtClean="0"/>
          </a:p>
        </p:txBody>
      </p:sp>
      <p:sp>
        <p:nvSpPr>
          <p:cNvPr id="5" name="TextBox 4"/>
          <p:cNvSpPr txBox="1"/>
          <p:nvPr/>
        </p:nvSpPr>
        <p:spPr>
          <a:xfrm>
            <a:off x="0" y="2364742"/>
            <a:ext cx="5976957" cy="427809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IN" sz="1600" dirty="0" err="1" smtClean="0"/>
              <a:t>func</a:t>
            </a:r>
            <a:r>
              <a:rPr lang="en-IN" sz="1600" dirty="0" smtClean="0"/>
              <a:t> </a:t>
            </a:r>
            <a:r>
              <a:rPr lang="en-IN" sz="1600" dirty="0" err="1" smtClean="0"/>
              <a:t>GetAllUsers</a:t>
            </a:r>
            <a:r>
              <a:rPr lang="en-IN" sz="1600" dirty="0" smtClean="0"/>
              <a:t>() ([]</a:t>
            </a:r>
            <a:r>
              <a:rPr lang="en-IN" sz="1600" dirty="0" err="1" smtClean="0"/>
              <a:t>model.User</a:t>
            </a:r>
            <a:r>
              <a:rPr lang="en-IN" sz="1600" dirty="0" smtClean="0"/>
              <a:t>, error) {</a:t>
            </a:r>
          </a:p>
          <a:p>
            <a:r>
              <a:rPr lang="en-IN" sz="1600" dirty="0" smtClean="0"/>
              <a:t>    rows, err := </a:t>
            </a:r>
            <a:r>
              <a:rPr lang="en-IN" sz="1600" dirty="0" err="1" smtClean="0"/>
              <a:t>config.DB.Query</a:t>
            </a:r>
            <a:r>
              <a:rPr lang="en-IN" sz="1600" dirty="0" smtClean="0"/>
              <a:t>("SELECT id, name, email FROM users")</a:t>
            </a:r>
          </a:p>
          <a:p>
            <a:r>
              <a:rPr lang="en-IN" sz="1600" dirty="0" smtClean="0"/>
              <a:t>    if err != nil {</a:t>
            </a:r>
          </a:p>
          <a:p>
            <a:r>
              <a:rPr lang="en-IN" sz="1600" dirty="0" smtClean="0"/>
              <a:t>        return nil, err</a:t>
            </a:r>
          </a:p>
          <a:p>
            <a:r>
              <a:rPr lang="en-IN" sz="1600" dirty="0" smtClean="0"/>
              <a:t>    }</a:t>
            </a:r>
          </a:p>
          <a:p>
            <a:r>
              <a:rPr lang="en-IN" sz="1600" dirty="0" smtClean="0"/>
              <a:t>    defer </a:t>
            </a:r>
            <a:r>
              <a:rPr lang="en-IN" sz="1600" dirty="0" err="1" smtClean="0"/>
              <a:t>rows.Close</a:t>
            </a:r>
            <a:r>
              <a:rPr lang="en-IN" sz="1600" dirty="0" smtClean="0"/>
              <a:t>()</a:t>
            </a:r>
          </a:p>
          <a:p>
            <a:r>
              <a:rPr lang="en-IN" sz="1600" dirty="0" smtClean="0"/>
              <a:t>    </a:t>
            </a:r>
            <a:r>
              <a:rPr lang="en-IN" sz="1600" dirty="0" err="1" smtClean="0"/>
              <a:t>var</a:t>
            </a:r>
            <a:r>
              <a:rPr lang="en-IN" sz="1600" dirty="0" smtClean="0"/>
              <a:t> users []</a:t>
            </a:r>
            <a:r>
              <a:rPr lang="en-IN" sz="1600" dirty="0" err="1" smtClean="0"/>
              <a:t>model.User</a:t>
            </a:r>
            <a:endParaRPr lang="en-IN" sz="1600" dirty="0" smtClean="0"/>
          </a:p>
          <a:p>
            <a:r>
              <a:rPr lang="en-IN" sz="1600" dirty="0" smtClean="0"/>
              <a:t>    for </a:t>
            </a:r>
            <a:r>
              <a:rPr lang="en-IN" sz="1600" dirty="0" err="1" smtClean="0"/>
              <a:t>rows.Next</a:t>
            </a:r>
            <a:r>
              <a:rPr lang="en-IN" sz="1600" dirty="0" smtClean="0"/>
              <a:t>() {</a:t>
            </a:r>
          </a:p>
          <a:p>
            <a:r>
              <a:rPr lang="en-IN" sz="1600" dirty="0" smtClean="0"/>
              <a:t>        </a:t>
            </a:r>
            <a:r>
              <a:rPr lang="en-IN" sz="1600" dirty="0" err="1" smtClean="0"/>
              <a:t>var</a:t>
            </a:r>
            <a:r>
              <a:rPr lang="en-IN" sz="1600" dirty="0" smtClean="0"/>
              <a:t> u </a:t>
            </a:r>
            <a:r>
              <a:rPr lang="en-IN" sz="1600" dirty="0" err="1" smtClean="0"/>
              <a:t>model.User</a:t>
            </a:r>
            <a:endParaRPr lang="en-IN" sz="1600" dirty="0" smtClean="0"/>
          </a:p>
          <a:p>
            <a:r>
              <a:rPr lang="en-IN" sz="1600" dirty="0" smtClean="0"/>
              <a:t>        if err := </a:t>
            </a:r>
            <a:r>
              <a:rPr lang="en-IN" sz="1600" dirty="0" err="1" smtClean="0"/>
              <a:t>rows.Scan</a:t>
            </a:r>
            <a:r>
              <a:rPr lang="en-IN" sz="1600" dirty="0" smtClean="0"/>
              <a:t>(&amp;u.ID, &amp;</a:t>
            </a:r>
            <a:r>
              <a:rPr lang="en-IN" sz="1600" dirty="0" err="1" smtClean="0"/>
              <a:t>u.Name</a:t>
            </a:r>
            <a:r>
              <a:rPr lang="en-IN" sz="1600" dirty="0" smtClean="0"/>
              <a:t>, &amp;</a:t>
            </a:r>
            <a:r>
              <a:rPr lang="en-IN" sz="1600" dirty="0" err="1" smtClean="0"/>
              <a:t>u.Email</a:t>
            </a:r>
            <a:r>
              <a:rPr lang="en-IN" sz="1600" dirty="0" smtClean="0"/>
              <a:t>); err != nil {</a:t>
            </a:r>
          </a:p>
          <a:p>
            <a:r>
              <a:rPr lang="en-IN" sz="1600" dirty="0" smtClean="0"/>
              <a:t>            return nil, err</a:t>
            </a:r>
          </a:p>
          <a:p>
            <a:r>
              <a:rPr lang="en-IN" sz="1600" dirty="0" smtClean="0"/>
              <a:t>        }</a:t>
            </a:r>
          </a:p>
          <a:p>
            <a:r>
              <a:rPr lang="en-IN" sz="1600" dirty="0" smtClean="0"/>
              <a:t>        users = append(users, u)</a:t>
            </a:r>
          </a:p>
          <a:p>
            <a:r>
              <a:rPr lang="en-IN" sz="1600" dirty="0" smtClean="0"/>
              <a:t>    }</a:t>
            </a:r>
          </a:p>
          <a:p>
            <a:r>
              <a:rPr lang="en-IN" sz="1600" dirty="0" smtClean="0"/>
              <a:t>    return users, nil</a:t>
            </a:r>
          </a:p>
          <a:p>
            <a:r>
              <a:rPr lang="en-IN" sz="1600" dirty="0" smtClean="0"/>
              <a:t>}</a:t>
            </a:r>
          </a:p>
          <a:p>
            <a:endParaRPr lang="en-IN" sz="1600" dirty="0"/>
          </a:p>
        </p:txBody>
      </p:sp>
      <p:sp>
        <p:nvSpPr>
          <p:cNvPr id="6" name="TextBox 5"/>
          <p:cNvSpPr txBox="1"/>
          <p:nvPr/>
        </p:nvSpPr>
        <p:spPr>
          <a:xfrm>
            <a:off x="2221992" y="492621"/>
            <a:ext cx="9970008" cy="181588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1600" dirty="0" err="1" smtClean="0"/>
              <a:t>func</a:t>
            </a:r>
            <a:r>
              <a:rPr lang="en-IN" sz="1600" dirty="0" smtClean="0"/>
              <a:t> </a:t>
            </a:r>
            <a:r>
              <a:rPr lang="en-IN" sz="1600" dirty="0" err="1" smtClean="0"/>
              <a:t>GetUserByID</a:t>
            </a:r>
            <a:r>
              <a:rPr lang="en-IN" sz="1600" dirty="0" smtClean="0"/>
              <a:t>(id </a:t>
            </a:r>
            <a:r>
              <a:rPr lang="en-IN" sz="1600" dirty="0" err="1" smtClean="0"/>
              <a:t>int</a:t>
            </a:r>
            <a:r>
              <a:rPr lang="en-IN" sz="1600" dirty="0" smtClean="0"/>
              <a:t>) (</a:t>
            </a:r>
            <a:r>
              <a:rPr lang="en-IN" sz="1600" dirty="0" err="1" smtClean="0"/>
              <a:t>model.User</a:t>
            </a:r>
            <a:r>
              <a:rPr lang="en-IN" sz="1600" dirty="0" smtClean="0"/>
              <a:t>, error) {</a:t>
            </a:r>
          </a:p>
          <a:p>
            <a:r>
              <a:rPr lang="en-IN" sz="1600" dirty="0" smtClean="0"/>
              <a:t>    </a:t>
            </a:r>
            <a:r>
              <a:rPr lang="en-IN" sz="1600" dirty="0" err="1" smtClean="0"/>
              <a:t>var</a:t>
            </a:r>
            <a:r>
              <a:rPr lang="en-IN" sz="1600" dirty="0" smtClean="0"/>
              <a:t> u </a:t>
            </a:r>
            <a:r>
              <a:rPr lang="en-IN" sz="1600" dirty="0" err="1" smtClean="0"/>
              <a:t>model.User</a:t>
            </a:r>
            <a:endParaRPr lang="en-IN" sz="1600" dirty="0" smtClean="0"/>
          </a:p>
          <a:p>
            <a:r>
              <a:rPr lang="en-IN" sz="1600" dirty="0" smtClean="0"/>
              <a:t>    err := </a:t>
            </a:r>
            <a:r>
              <a:rPr lang="en-IN" sz="1600" dirty="0" err="1" smtClean="0"/>
              <a:t>config.DB.QueryRow</a:t>
            </a:r>
            <a:r>
              <a:rPr lang="en-IN" sz="1600" dirty="0" smtClean="0"/>
              <a:t>("SELECT id, name, email FROM users WHERE id=?", id).</a:t>
            </a:r>
          </a:p>
          <a:p>
            <a:r>
              <a:rPr lang="en-IN" sz="1600" dirty="0" smtClean="0"/>
              <a:t>        Scan(&amp;u.ID, &amp;</a:t>
            </a:r>
            <a:r>
              <a:rPr lang="en-IN" sz="1600" dirty="0" err="1" smtClean="0"/>
              <a:t>u.Name</a:t>
            </a:r>
            <a:r>
              <a:rPr lang="en-IN" sz="1600" dirty="0" smtClean="0"/>
              <a:t>, &amp;</a:t>
            </a:r>
            <a:r>
              <a:rPr lang="en-IN" sz="1600" dirty="0" err="1" smtClean="0"/>
              <a:t>u.Email</a:t>
            </a:r>
            <a:r>
              <a:rPr lang="en-IN" sz="1600" dirty="0" smtClean="0"/>
              <a:t>)</a:t>
            </a:r>
          </a:p>
          <a:p>
            <a:r>
              <a:rPr lang="en-IN" sz="1600" dirty="0" smtClean="0"/>
              <a:t>    return u, err</a:t>
            </a:r>
          </a:p>
          <a:p>
            <a:r>
              <a:rPr lang="en-IN" sz="1600" dirty="0" smtClean="0"/>
              <a:t>}</a:t>
            </a:r>
          </a:p>
          <a:p>
            <a:endParaRPr lang="en-IN" sz="1600" dirty="0"/>
          </a:p>
        </p:txBody>
      </p:sp>
      <p:sp>
        <p:nvSpPr>
          <p:cNvPr id="7" name="TextBox 6"/>
          <p:cNvSpPr txBox="1"/>
          <p:nvPr/>
        </p:nvSpPr>
        <p:spPr>
          <a:xfrm>
            <a:off x="3904218" y="3107219"/>
            <a:ext cx="8287782" cy="1323439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IN" sz="1600" dirty="0" err="1" smtClean="0"/>
              <a:t>func</a:t>
            </a:r>
            <a:r>
              <a:rPr lang="en-IN" sz="1600" dirty="0" smtClean="0"/>
              <a:t> </a:t>
            </a:r>
            <a:r>
              <a:rPr lang="en-IN" sz="1600" dirty="0" err="1" smtClean="0"/>
              <a:t>CreateUser</a:t>
            </a:r>
            <a:r>
              <a:rPr lang="en-IN" sz="1600" dirty="0" smtClean="0"/>
              <a:t>(user </a:t>
            </a:r>
            <a:r>
              <a:rPr lang="en-IN" sz="1600" dirty="0" err="1" smtClean="0"/>
              <a:t>model.User</a:t>
            </a:r>
            <a:r>
              <a:rPr lang="en-IN" sz="1600" dirty="0" smtClean="0"/>
              <a:t>) error {</a:t>
            </a:r>
          </a:p>
          <a:p>
            <a:r>
              <a:rPr lang="en-IN" sz="1600" dirty="0" smtClean="0"/>
              <a:t>    _, err := </a:t>
            </a:r>
            <a:r>
              <a:rPr lang="en-IN" sz="1600" dirty="0" err="1" smtClean="0"/>
              <a:t>config.DB.Exec</a:t>
            </a:r>
            <a:r>
              <a:rPr lang="en-IN" sz="1600" dirty="0" smtClean="0"/>
              <a:t>("INSERT INTO users(name, email) VALUES(?, ?)", </a:t>
            </a:r>
            <a:r>
              <a:rPr lang="en-IN" sz="1600" dirty="0" err="1" smtClean="0"/>
              <a:t>user.Name</a:t>
            </a:r>
            <a:r>
              <a:rPr lang="en-IN" sz="1600" dirty="0" smtClean="0"/>
              <a:t>, </a:t>
            </a:r>
            <a:r>
              <a:rPr lang="en-IN" sz="1600" dirty="0" err="1" smtClean="0"/>
              <a:t>user.Email</a:t>
            </a:r>
            <a:r>
              <a:rPr lang="en-IN" sz="1600" dirty="0" smtClean="0"/>
              <a:t>)</a:t>
            </a:r>
          </a:p>
          <a:p>
            <a:r>
              <a:rPr lang="en-IN" sz="1600" dirty="0" smtClean="0"/>
              <a:t>    return err</a:t>
            </a:r>
          </a:p>
          <a:p>
            <a:r>
              <a:rPr lang="en-IN" sz="1600" dirty="0" smtClean="0"/>
              <a:t>}</a:t>
            </a:r>
          </a:p>
          <a:p>
            <a:endParaRPr lang="en-IN" sz="1600" dirty="0"/>
          </a:p>
        </p:txBody>
      </p:sp>
      <p:sp>
        <p:nvSpPr>
          <p:cNvPr id="8" name="TextBox 7"/>
          <p:cNvSpPr txBox="1"/>
          <p:nvPr/>
        </p:nvSpPr>
        <p:spPr>
          <a:xfrm>
            <a:off x="5976957" y="1783780"/>
            <a:ext cx="6215043" cy="132343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1600" dirty="0" err="1" smtClean="0"/>
              <a:t>func</a:t>
            </a:r>
            <a:r>
              <a:rPr lang="en-IN" sz="1600" dirty="0" smtClean="0"/>
              <a:t> </a:t>
            </a:r>
            <a:r>
              <a:rPr lang="en-IN" sz="1600" dirty="0" err="1" smtClean="0"/>
              <a:t>DeleteUser</a:t>
            </a:r>
            <a:r>
              <a:rPr lang="en-IN" sz="1600" dirty="0" smtClean="0"/>
              <a:t>(id </a:t>
            </a:r>
            <a:r>
              <a:rPr lang="en-IN" sz="1600" dirty="0" err="1" smtClean="0"/>
              <a:t>int</a:t>
            </a:r>
            <a:r>
              <a:rPr lang="en-IN" sz="1600" dirty="0" smtClean="0"/>
              <a:t>) error {</a:t>
            </a:r>
          </a:p>
          <a:p>
            <a:r>
              <a:rPr lang="en-IN" sz="1600" dirty="0" smtClean="0"/>
              <a:t>    _, err := </a:t>
            </a:r>
            <a:r>
              <a:rPr lang="en-IN" sz="1600" dirty="0" err="1" smtClean="0"/>
              <a:t>config.DB.Exec</a:t>
            </a:r>
            <a:r>
              <a:rPr lang="en-IN" sz="1600" dirty="0" smtClean="0"/>
              <a:t>("DELETE FROM users WHERE id=?", id)</a:t>
            </a:r>
          </a:p>
          <a:p>
            <a:r>
              <a:rPr lang="en-IN" sz="1600" dirty="0" smtClean="0"/>
              <a:t>    return err</a:t>
            </a:r>
          </a:p>
          <a:p>
            <a:r>
              <a:rPr lang="en-IN" sz="1600" dirty="0" smtClean="0"/>
              <a:t>}</a:t>
            </a:r>
          </a:p>
          <a:p>
            <a:endParaRPr lang="en-IN" sz="1600" dirty="0"/>
          </a:p>
        </p:txBody>
      </p:sp>
      <p:sp>
        <p:nvSpPr>
          <p:cNvPr id="9" name="TextBox 8"/>
          <p:cNvSpPr txBox="1"/>
          <p:nvPr/>
        </p:nvSpPr>
        <p:spPr>
          <a:xfrm>
            <a:off x="3404081" y="5073176"/>
            <a:ext cx="8787919" cy="1569660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endParaRPr lang="en-IN" sz="1600" dirty="0" smtClean="0"/>
          </a:p>
          <a:p>
            <a:r>
              <a:rPr lang="en-IN" sz="1600" dirty="0" err="1" smtClean="0"/>
              <a:t>func</a:t>
            </a:r>
            <a:r>
              <a:rPr lang="en-IN" sz="1600" dirty="0" smtClean="0"/>
              <a:t> </a:t>
            </a:r>
            <a:r>
              <a:rPr lang="en-IN" sz="1600" dirty="0" err="1" smtClean="0"/>
              <a:t>UpdateUser</a:t>
            </a:r>
            <a:r>
              <a:rPr lang="en-IN" sz="1600" dirty="0" smtClean="0"/>
              <a:t>(id </a:t>
            </a:r>
            <a:r>
              <a:rPr lang="en-IN" sz="1600" dirty="0" err="1" smtClean="0"/>
              <a:t>int</a:t>
            </a:r>
            <a:r>
              <a:rPr lang="en-IN" sz="1600" dirty="0" smtClean="0"/>
              <a:t>, user </a:t>
            </a:r>
            <a:r>
              <a:rPr lang="en-IN" sz="1600" dirty="0" err="1" smtClean="0"/>
              <a:t>model.User</a:t>
            </a:r>
            <a:r>
              <a:rPr lang="en-IN" sz="1600" dirty="0" smtClean="0"/>
              <a:t>) error {</a:t>
            </a:r>
          </a:p>
          <a:p>
            <a:r>
              <a:rPr lang="en-IN" sz="1600" dirty="0" smtClean="0"/>
              <a:t>    _, err := </a:t>
            </a:r>
            <a:r>
              <a:rPr lang="en-IN" sz="1600" dirty="0" err="1" smtClean="0"/>
              <a:t>config.DB.Exec</a:t>
            </a:r>
            <a:r>
              <a:rPr lang="en-IN" sz="1600" dirty="0" smtClean="0"/>
              <a:t>("UPDATE users SET name=?, email=? WHERE id=?", </a:t>
            </a:r>
            <a:r>
              <a:rPr lang="en-IN" sz="1600" dirty="0" err="1" smtClean="0"/>
              <a:t>user.Name</a:t>
            </a:r>
            <a:r>
              <a:rPr lang="en-IN" sz="1600" dirty="0" smtClean="0"/>
              <a:t>, </a:t>
            </a:r>
            <a:r>
              <a:rPr lang="en-IN" sz="1600" dirty="0" err="1" smtClean="0"/>
              <a:t>user.Email</a:t>
            </a:r>
            <a:r>
              <a:rPr lang="en-IN" sz="1600" dirty="0" smtClean="0"/>
              <a:t>, id)</a:t>
            </a:r>
          </a:p>
          <a:p>
            <a:r>
              <a:rPr lang="en-IN" sz="1600" dirty="0" smtClean="0"/>
              <a:t>    return err</a:t>
            </a:r>
          </a:p>
          <a:p>
            <a:r>
              <a:rPr lang="en-IN" sz="1600" dirty="0" smtClean="0"/>
              <a:t>}</a:t>
            </a:r>
          </a:p>
          <a:p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3378504375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  <p:bldP spid="5" grpId="0" animBg="1"/>
      <p:bldP spid="6" grpId="0" animBg="1"/>
      <p:bldP spid="7" grpId="0" animBg="1"/>
      <p:bldP spid="8" grpId="0" animBg="1"/>
      <p:bldP spid="9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Service/</a:t>
            </a:r>
            <a:r>
              <a:rPr lang="en-US" dirty="0" err="1" smtClean="0"/>
              <a:t>user_service.go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77912" y="2026793"/>
            <a:ext cx="4399898" cy="4351338"/>
          </a:xfrm>
          <a:solidFill>
            <a:schemeClr val="accent5">
              <a:lumMod val="40000"/>
              <a:lumOff val="60000"/>
            </a:schemeClr>
          </a:solidFill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endParaRPr lang="en-IN" dirty="0" smtClean="0"/>
          </a:p>
          <a:p>
            <a:pPr marL="0" indent="0">
              <a:buNone/>
            </a:pPr>
            <a:endParaRPr lang="en-IN" dirty="0" smtClean="0"/>
          </a:p>
          <a:p>
            <a:pPr marL="0" indent="0">
              <a:buNone/>
            </a:pPr>
            <a:r>
              <a:rPr lang="en-IN" dirty="0" err="1" smtClean="0"/>
              <a:t>func</a:t>
            </a:r>
            <a:r>
              <a:rPr lang="en-IN" dirty="0" smtClean="0"/>
              <a:t> Create(user </a:t>
            </a:r>
            <a:r>
              <a:rPr lang="en-IN" dirty="0" err="1" smtClean="0"/>
              <a:t>model.User</a:t>
            </a:r>
            <a:r>
              <a:rPr lang="en-IN" dirty="0" smtClean="0"/>
              <a:t>) error {</a:t>
            </a:r>
          </a:p>
          <a:p>
            <a:pPr marL="0" indent="0">
              <a:buNone/>
            </a:pPr>
            <a:r>
              <a:rPr lang="en-IN" dirty="0" smtClean="0"/>
              <a:t>    return </a:t>
            </a:r>
            <a:r>
              <a:rPr lang="en-IN" dirty="0" err="1" smtClean="0"/>
              <a:t>dao.CreateUser</a:t>
            </a:r>
            <a:r>
              <a:rPr lang="en-IN" dirty="0" smtClean="0"/>
              <a:t>(user)</a:t>
            </a:r>
          </a:p>
          <a:p>
            <a:pPr marL="0" indent="0">
              <a:buNone/>
            </a:pPr>
            <a:r>
              <a:rPr lang="en-IN" dirty="0" smtClean="0"/>
              <a:t>}</a:t>
            </a:r>
          </a:p>
          <a:p>
            <a:pPr marL="0" indent="0">
              <a:buNone/>
            </a:pPr>
            <a:endParaRPr lang="en-IN" dirty="0" smtClean="0"/>
          </a:p>
          <a:p>
            <a:pPr marL="0" indent="0">
              <a:buNone/>
            </a:pPr>
            <a:r>
              <a:rPr lang="en-IN" dirty="0" err="1" smtClean="0"/>
              <a:t>func</a:t>
            </a:r>
            <a:r>
              <a:rPr lang="en-IN" dirty="0" smtClean="0"/>
              <a:t> Update(id </a:t>
            </a:r>
            <a:r>
              <a:rPr lang="en-IN" dirty="0" err="1" smtClean="0"/>
              <a:t>int</a:t>
            </a:r>
            <a:r>
              <a:rPr lang="en-IN" dirty="0" smtClean="0"/>
              <a:t>, user </a:t>
            </a:r>
            <a:r>
              <a:rPr lang="en-IN" dirty="0" err="1" smtClean="0"/>
              <a:t>model.User</a:t>
            </a:r>
            <a:r>
              <a:rPr lang="en-IN" dirty="0" smtClean="0"/>
              <a:t>) error {</a:t>
            </a:r>
          </a:p>
          <a:p>
            <a:pPr marL="0" indent="0">
              <a:buNone/>
            </a:pPr>
            <a:r>
              <a:rPr lang="en-IN" dirty="0" smtClean="0"/>
              <a:t>    return </a:t>
            </a:r>
            <a:r>
              <a:rPr lang="en-IN" dirty="0" err="1" smtClean="0"/>
              <a:t>dao.UpdateUser</a:t>
            </a:r>
            <a:r>
              <a:rPr lang="en-IN" dirty="0" smtClean="0"/>
              <a:t>(id, user)</a:t>
            </a:r>
          </a:p>
          <a:p>
            <a:pPr marL="0" indent="0">
              <a:buNone/>
            </a:pPr>
            <a:r>
              <a:rPr lang="en-IN" dirty="0" smtClean="0"/>
              <a:t>}</a:t>
            </a:r>
          </a:p>
          <a:p>
            <a:pPr marL="0" indent="0">
              <a:buNone/>
            </a:pPr>
            <a:endParaRPr lang="en-IN" dirty="0" smtClean="0"/>
          </a:p>
          <a:p>
            <a:pPr marL="0" indent="0">
              <a:buNone/>
            </a:pPr>
            <a:r>
              <a:rPr lang="en-IN" dirty="0" err="1" smtClean="0"/>
              <a:t>func</a:t>
            </a:r>
            <a:r>
              <a:rPr lang="en-IN" dirty="0" smtClean="0"/>
              <a:t> Delete(id </a:t>
            </a:r>
            <a:r>
              <a:rPr lang="en-IN" dirty="0" err="1" smtClean="0"/>
              <a:t>int</a:t>
            </a:r>
            <a:r>
              <a:rPr lang="en-IN" dirty="0" smtClean="0"/>
              <a:t>) error {</a:t>
            </a:r>
          </a:p>
          <a:p>
            <a:pPr marL="0" indent="0">
              <a:buNone/>
            </a:pPr>
            <a:r>
              <a:rPr lang="en-IN" dirty="0" smtClean="0"/>
              <a:t>    return </a:t>
            </a:r>
            <a:r>
              <a:rPr lang="en-IN" dirty="0" err="1" smtClean="0"/>
              <a:t>dao.DeleteUser</a:t>
            </a:r>
            <a:r>
              <a:rPr lang="en-IN" dirty="0" smtClean="0"/>
              <a:t>(id)</a:t>
            </a:r>
          </a:p>
          <a:p>
            <a:pPr marL="0" indent="0">
              <a:buNone/>
            </a:pPr>
            <a:r>
              <a:rPr lang="en-IN" dirty="0" smtClean="0"/>
              <a:t>}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TextBox 3"/>
          <p:cNvSpPr txBox="1"/>
          <p:nvPr/>
        </p:nvSpPr>
        <p:spPr>
          <a:xfrm>
            <a:off x="228129" y="2404966"/>
            <a:ext cx="2331087" cy="2031325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en-IN" dirty="0" smtClean="0"/>
              <a:t>package service</a:t>
            </a:r>
          </a:p>
          <a:p>
            <a:endParaRPr lang="en-IN" dirty="0" smtClean="0"/>
          </a:p>
          <a:p>
            <a:r>
              <a:rPr lang="en-IN" dirty="0" smtClean="0"/>
              <a:t>import (</a:t>
            </a:r>
          </a:p>
          <a:p>
            <a:r>
              <a:rPr lang="en-IN" dirty="0" smtClean="0"/>
              <a:t>    "go-user-</a:t>
            </a:r>
            <a:r>
              <a:rPr lang="en-IN" dirty="0" err="1" smtClean="0"/>
              <a:t>api</a:t>
            </a:r>
            <a:r>
              <a:rPr lang="en-IN" dirty="0" smtClean="0"/>
              <a:t>/</a:t>
            </a:r>
            <a:r>
              <a:rPr lang="en-IN" dirty="0" err="1" smtClean="0"/>
              <a:t>dao</a:t>
            </a:r>
            <a:r>
              <a:rPr lang="en-IN" dirty="0" smtClean="0"/>
              <a:t>"</a:t>
            </a:r>
          </a:p>
          <a:p>
            <a:r>
              <a:rPr lang="en-IN" dirty="0" smtClean="0"/>
              <a:t>    "go-user-</a:t>
            </a:r>
            <a:r>
              <a:rPr lang="en-IN" dirty="0" err="1" smtClean="0"/>
              <a:t>api</a:t>
            </a:r>
            <a:r>
              <a:rPr lang="en-IN" dirty="0" smtClean="0"/>
              <a:t>/model"</a:t>
            </a:r>
          </a:p>
          <a:p>
            <a:r>
              <a:rPr lang="en-IN" dirty="0" smtClean="0"/>
              <a:t>)</a:t>
            </a:r>
          </a:p>
          <a:p>
            <a:endParaRPr lang="en-IN" dirty="0"/>
          </a:p>
        </p:txBody>
      </p:sp>
      <p:sp>
        <p:nvSpPr>
          <p:cNvPr id="5" name="TextBox 4"/>
          <p:cNvSpPr txBox="1"/>
          <p:nvPr/>
        </p:nvSpPr>
        <p:spPr>
          <a:xfrm>
            <a:off x="3218688" y="2404966"/>
            <a:ext cx="4006161" cy="230832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IN" dirty="0" err="1" smtClean="0"/>
              <a:t>func</a:t>
            </a:r>
            <a:r>
              <a:rPr lang="en-IN" dirty="0" smtClean="0"/>
              <a:t> </a:t>
            </a:r>
            <a:r>
              <a:rPr lang="en-IN" dirty="0" err="1" smtClean="0"/>
              <a:t>GetUsers</a:t>
            </a:r>
            <a:r>
              <a:rPr lang="en-IN" dirty="0" smtClean="0"/>
              <a:t>() ([]</a:t>
            </a:r>
            <a:r>
              <a:rPr lang="en-IN" dirty="0" err="1" smtClean="0"/>
              <a:t>model.User</a:t>
            </a:r>
            <a:r>
              <a:rPr lang="en-IN" dirty="0" smtClean="0"/>
              <a:t>, error) {</a:t>
            </a:r>
          </a:p>
          <a:p>
            <a:r>
              <a:rPr lang="en-IN" dirty="0" smtClean="0"/>
              <a:t>    return </a:t>
            </a:r>
            <a:r>
              <a:rPr lang="en-IN" dirty="0" err="1" smtClean="0"/>
              <a:t>dao.GetAllUsers</a:t>
            </a:r>
            <a:r>
              <a:rPr lang="en-IN" dirty="0" smtClean="0"/>
              <a:t>()</a:t>
            </a:r>
          </a:p>
          <a:p>
            <a:r>
              <a:rPr lang="en-IN" dirty="0" smtClean="0"/>
              <a:t>}</a:t>
            </a:r>
          </a:p>
          <a:p>
            <a:endParaRPr lang="en-IN" dirty="0" smtClean="0"/>
          </a:p>
          <a:p>
            <a:r>
              <a:rPr lang="en-IN" dirty="0" err="1" smtClean="0"/>
              <a:t>func</a:t>
            </a:r>
            <a:r>
              <a:rPr lang="en-IN" dirty="0" smtClean="0"/>
              <a:t> </a:t>
            </a:r>
            <a:r>
              <a:rPr lang="en-IN" dirty="0" err="1" smtClean="0"/>
              <a:t>GetUser</a:t>
            </a:r>
            <a:r>
              <a:rPr lang="en-IN" dirty="0" smtClean="0"/>
              <a:t>(id </a:t>
            </a:r>
            <a:r>
              <a:rPr lang="en-IN" dirty="0" err="1" smtClean="0"/>
              <a:t>int</a:t>
            </a:r>
            <a:r>
              <a:rPr lang="en-IN" dirty="0" smtClean="0"/>
              <a:t>) (</a:t>
            </a:r>
            <a:r>
              <a:rPr lang="en-IN" dirty="0" err="1" smtClean="0"/>
              <a:t>model.User</a:t>
            </a:r>
            <a:r>
              <a:rPr lang="en-IN" dirty="0" smtClean="0"/>
              <a:t>, error) {</a:t>
            </a:r>
          </a:p>
          <a:p>
            <a:r>
              <a:rPr lang="en-IN" dirty="0" smtClean="0"/>
              <a:t>    return </a:t>
            </a:r>
            <a:r>
              <a:rPr lang="en-IN" dirty="0" err="1" smtClean="0"/>
              <a:t>dao.GetUserByID</a:t>
            </a:r>
            <a:r>
              <a:rPr lang="en-IN" dirty="0" smtClean="0"/>
              <a:t>(id)</a:t>
            </a:r>
          </a:p>
          <a:p>
            <a:r>
              <a:rPr lang="en-IN" dirty="0" smtClean="0"/>
              <a:t>}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110223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  <p:bldP spid="4" grpId="0" animBg="1"/>
      <p:bldP spid="5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5552" y="0"/>
            <a:ext cx="10515600" cy="494411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Controller/</a:t>
            </a:r>
            <a:r>
              <a:rPr lang="en-US" dirty="0" err="1" smtClean="0"/>
              <a:t>user_controller.go</a:t>
            </a:r>
            <a:endParaRPr lang="en-IN" dirty="0"/>
          </a:p>
        </p:txBody>
      </p:sp>
      <p:sp>
        <p:nvSpPr>
          <p:cNvPr id="4" name="TextBox 3"/>
          <p:cNvSpPr txBox="1"/>
          <p:nvPr/>
        </p:nvSpPr>
        <p:spPr>
          <a:xfrm>
            <a:off x="33528" y="515128"/>
            <a:ext cx="3243708" cy="286232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IN" dirty="0" smtClean="0"/>
              <a:t>package controller</a:t>
            </a:r>
          </a:p>
          <a:p>
            <a:endParaRPr lang="en-IN" dirty="0" smtClean="0"/>
          </a:p>
          <a:p>
            <a:r>
              <a:rPr lang="en-IN" dirty="0" smtClean="0"/>
              <a:t>import (</a:t>
            </a:r>
          </a:p>
          <a:p>
            <a:r>
              <a:rPr lang="en-IN" dirty="0" smtClean="0"/>
              <a:t>    "go-user-</a:t>
            </a:r>
            <a:r>
              <a:rPr lang="en-IN" dirty="0" err="1" smtClean="0"/>
              <a:t>api</a:t>
            </a:r>
            <a:r>
              <a:rPr lang="en-IN" dirty="0" smtClean="0"/>
              <a:t>/model"</a:t>
            </a:r>
          </a:p>
          <a:p>
            <a:r>
              <a:rPr lang="en-IN" dirty="0" smtClean="0"/>
              <a:t>    "go-user-</a:t>
            </a:r>
            <a:r>
              <a:rPr lang="en-IN" dirty="0" err="1" smtClean="0"/>
              <a:t>api</a:t>
            </a:r>
            <a:r>
              <a:rPr lang="en-IN" dirty="0" smtClean="0"/>
              <a:t>/service"</a:t>
            </a:r>
          </a:p>
          <a:p>
            <a:r>
              <a:rPr lang="en-IN" dirty="0" smtClean="0"/>
              <a:t>    "</a:t>
            </a:r>
            <a:r>
              <a:rPr lang="en-IN" dirty="0" err="1" smtClean="0"/>
              <a:t>strconv</a:t>
            </a:r>
            <a:r>
              <a:rPr lang="en-IN" dirty="0" smtClean="0"/>
              <a:t>"</a:t>
            </a:r>
          </a:p>
          <a:p>
            <a:endParaRPr lang="en-IN" dirty="0" smtClean="0"/>
          </a:p>
          <a:p>
            <a:r>
              <a:rPr lang="en-IN" dirty="0" smtClean="0"/>
              <a:t>    "github.com/</a:t>
            </a:r>
            <a:r>
              <a:rPr lang="en-IN" dirty="0" err="1" smtClean="0"/>
              <a:t>gofiber</a:t>
            </a:r>
            <a:r>
              <a:rPr lang="en-IN" dirty="0" smtClean="0"/>
              <a:t>/</a:t>
            </a:r>
            <a:r>
              <a:rPr lang="en-IN" dirty="0" err="1" smtClean="0"/>
              <a:t>fiber</a:t>
            </a:r>
            <a:r>
              <a:rPr lang="en-IN" dirty="0" smtClean="0"/>
              <a:t>/v2"</a:t>
            </a:r>
          </a:p>
          <a:p>
            <a:r>
              <a:rPr lang="en-IN" dirty="0" smtClean="0"/>
              <a:t>)</a:t>
            </a:r>
          </a:p>
          <a:p>
            <a:endParaRPr lang="en-IN" dirty="0"/>
          </a:p>
        </p:txBody>
      </p:sp>
      <p:sp>
        <p:nvSpPr>
          <p:cNvPr id="5" name="TextBox 4"/>
          <p:cNvSpPr txBox="1"/>
          <p:nvPr/>
        </p:nvSpPr>
        <p:spPr>
          <a:xfrm>
            <a:off x="0" y="3458875"/>
            <a:ext cx="5905784" cy="230832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none" rtlCol="0">
            <a:spAutoFit/>
          </a:bodyPr>
          <a:lstStyle/>
          <a:p>
            <a:r>
              <a:rPr lang="en-IN" dirty="0" err="1" smtClean="0"/>
              <a:t>func</a:t>
            </a:r>
            <a:r>
              <a:rPr lang="en-IN" dirty="0" smtClean="0"/>
              <a:t> </a:t>
            </a:r>
            <a:r>
              <a:rPr lang="en-IN" dirty="0" err="1" smtClean="0"/>
              <a:t>GetUsers</a:t>
            </a:r>
            <a:r>
              <a:rPr lang="en-IN" dirty="0" smtClean="0"/>
              <a:t>(c *</a:t>
            </a:r>
            <a:r>
              <a:rPr lang="en-IN" dirty="0" err="1" smtClean="0"/>
              <a:t>fiber.Ctx</a:t>
            </a:r>
            <a:r>
              <a:rPr lang="en-IN" dirty="0" smtClean="0"/>
              <a:t>) error {</a:t>
            </a:r>
          </a:p>
          <a:p>
            <a:r>
              <a:rPr lang="en-IN" dirty="0" smtClean="0"/>
              <a:t>    users, err := </a:t>
            </a:r>
            <a:r>
              <a:rPr lang="en-IN" dirty="0" err="1" smtClean="0"/>
              <a:t>service.GetUsers</a:t>
            </a:r>
            <a:r>
              <a:rPr lang="en-IN" dirty="0" smtClean="0"/>
              <a:t>()</a:t>
            </a:r>
          </a:p>
          <a:p>
            <a:r>
              <a:rPr lang="en-IN" dirty="0" smtClean="0"/>
              <a:t>    if err != nil {</a:t>
            </a:r>
          </a:p>
          <a:p>
            <a:r>
              <a:rPr lang="en-IN" dirty="0" smtClean="0"/>
              <a:t>        return </a:t>
            </a:r>
            <a:r>
              <a:rPr lang="en-IN" dirty="0" err="1" smtClean="0"/>
              <a:t>c.Status</a:t>
            </a:r>
            <a:r>
              <a:rPr lang="en-IN" dirty="0" smtClean="0"/>
              <a:t>(500).JSON(</a:t>
            </a:r>
            <a:r>
              <a:rPr lang="en-IN" dirty="0" err="1" smtClean="0"/>
              <a:t>fiber.Map</a:t>
            </a:r>
            <a:r>
              <a:rPr lang="en-IN" dirty="0" smtClean="0"/>
              <a:t>{"error": </a:t>
            </a:r>
            <a:r>
              <a:rPr lang="en-IN" dirty="0" err="1" smtClean="0"/>
              <a:t>err.Error</a:t>
            </a:r>
            <a:r>
              <a:rPr lang="en-IN" dirty="0" smtClean="0"/>
              <a:t>()})</a:t>
            </a:r>
          </a:p>
          <a:p>
            <a:r>
              <a:rPr lang="en-IN" dirty="0" smtClean="0"/>
              <a:t>    }</a:t>
            </a:r>
          </a:p>
          <a:p>
            <a:r>
              <a:rPr lang="en-IN" dirty="0" smtClean="0"/>
              <a:t>    return </a:t>
            </a:r>
            <a:r>
              <a:rPr lang="en-IN" dirty="0" err="1" smtClean="0"/>
              <a:t>c.JSON</a:t>
            </a:r>
            <a:r>
              <a:rPr lang="en-IN" dirty="0" smtClean="0"/>
              <a:t>(users)</a:t>
            </a:r>
          </a:p>
          <a:p>
            <a:r>
              <a:rPr lang="en-IN" dirty="0" smtClean="0"/>
              <a:t>}</a:t>
            </a:r>
          </a:p>
          <a:p>
            <a:endParaRPr lang="en-IN" dirty="0"/>
          </a:p>
        </p:txBody>
      </p:sp>
      <p:sp>
        <p:nvSpPr>
          <p:cNvPr id="6" name="TextBox 5"/>
          <p:cNvSpPr txBox="1"/>
          <p:nvPr/>
        </p:nvSpPr>
        <p:spPr>
          <a:xfrm>
            <a:off x="3277236" y="533416"/>
            <a:ext cx="6581866" cy="258532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none" rtlCol="0">
            <a:spAutoFit/>
          </a:bodyPr>
          <a:lstStyle/>
          <a:p>
            <a:r>
              <a:rPr lang="en-IN" dirty="0" err="1" smtClean="0"/>
              <a:t>func</a:t>
            </a:r>
            <a:r>
              <a:rPr lang="en-IN" dirty="0" smtClean="0"/>
              <a:t> </a:t>
            </a:r>
            <a:r>
              <a:rPr lang="en-IN" dirty="0" err="1" smtClean="0"/>
              <a:t>GetUser</a:t>
            </a:r>
            <a:r>
              <a:rPr lang="en-IN" dirty="0" smtClean="0"/>
              <a:t>(c *</a:t>
            </a:r>
            <a:r>
              <a:rPr lang="en-IN" dirty="0" err="1" smtClean="0"/>
              <a:t>fiber.Ctx</a:t>
            </a:r>
            <a:r>
              <a:rPr lang="en-IN" dirty="0" smtClean="0"/>
              <a:t>) error {</a:t>
            </a:r>
          </a:p>
          <a:p>
            <a:r>
              <a:rPr lang="en-IN" dirty="0" smtClean="0"/>
              <a:t>    id, _ := </a:t>
            </a:r>
            <a:r>
              <a:rPr lang="en-IN" dirty="0" err="1" smtClean="0"/>
              <a:t>strconv.Atoi</a:t>
            </a:r>
            <a:r>
              <a:rPr lang="en-IN" dirty="0" smtClean="0"/>
              <a:t>(</a:t>
            </a:r>
            <a:r>
              <a:rPr lang="en-IN" dirty="0" err="1" smtClean="0"/>
              <a:t>c.Params</a:t>
            </a:r>
            <a:r>
              <a:rPr lang="en-IN" dirty="0" smtClean="0"/>
              <a:t>("id"))</a:t>
            </a:r>
          </a:p>
          <a:p>
            <a:r>
              <a:rPr lang="en-IN" dirty="0" smtClean="0"/>
              <a:t>    user, err := </a:t>
            </a:r>
            <a:r>
              <a:rPr lang="en-IN" dirty="0" err="1" smtClean="0"/>
              <a:t>service.GetUser</a:t>
            </a:r>
            <a:r>
              <a:rPr lang="en-IN" dirty="0" smtClean="0"/>
              <a:t>(id)</a:t>
            </a:r>
          </a:p>
          <a:p>
            <a:r>
              <a:rPr lang="en-IN" dirty="0" smtClean="0"/>
              <a:t>    if err != nil {</a:t>
            </a:r>
          </a:p>
          <a:p>
            <a:r>
              <a:rPr lang="en-IN" dirty="0" smtClean="0"/>
              <a:t>        return </a:t>
            </a:r>
            <a:r>
              <a:rPr lang="en-IN" dirty="0" err="1" smtClean="0"/>
              <a:t>c.Status</a:t>
            </a:r>
            <a:r>
              <a:rPr lang="en-IN" dirty="0" smtClean="0"/>
              <a:t>(404).JSON(</a:t>
            </a:r>
            <a:r>
              <a:rPr lang="en-IN" dirty="0" err="1" smtClean="0"/>
              <a:t>fiber.Map</a:t>
            </a:r>
            <a:r>
              <a:rPr lang="en-IN" dirty="0" smtClean="0"/>
              <a:t>{"error": "User not found"})</a:t>
            </a:r>
          </a:p>
          <a:p>
            <a:r>
              <a:rPr lang="en-IN" dirty="0" smtClean="0"/>
              <a:t>    }</a:t>
            </a:r>
          </a:p>
          <a:p>
            <a:r>
              <a:rPr lang="en-IN" dirty="0" smtClean="0"/>
              <a:t>    return </a:t>
            </a:r>
            <a:r>
              <a:rPr lang="en-IN" dirty="0" err="1" smtClean="0"/>
              <a:t>c.JSON</a:t>
            </a:r>
            <a:r>
              <a:rPr lang="en-IN" dirty="0" smtClean="0"/>
              <a:t>(user)</a:t>
            </a:r>
          </a:p>
          <a:p>
            <a:r>
              <a:rPr lang="en-IN" dirty="0" smtClean="0"/>
              <a:t>}</a:t>
            </a:r>
          </a:p>
          <a:p>
            <a:endParaRPr lang="en-IN" dirty="0"/>
          </a:p>
        </p:txBody>
      </p:sp>
      <p:sp>
        <p:nvSpPr>
          <p:cNvPr id="7" name="TextBox 6"/>
          <p:cNvSpPr txBox="1"/>
          <p:nvPr/>
        </p:nvSpPr>
        <p:spPr>
          <a:xfrm>
            <a:off x="6016752" y="2414016"/>
            <a:ext cx="6492739" cy="3693319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n-IN" dirty="0" err="1" smtClean="0"/>
              <a:t>func</a:t>
            </a:r>
            <a:r>
              <a:rPr lang="en-IN" dirty="0" smtClean="0"/>
              <a:t> </a:t>
            </a:r>
            <a:r>
              <a:rPr lang="en-IN" dirty="0" err="1" smtClean="0"/>
              <a:t>CreateUser</a:t>
            </a:r>
            <a:r>
              <a:rPr lang="en-IN" dirty="0" smtClean="0"/>
              <a:t>(c *</a:t>
            </a:r>
            <a:r>
              <a:rPr lang="en-IN" dirty="0" err="1" smtClean="0"/>
              <a:t>fiber.Ctx</a:t>
            </a:r>
            <a:r>
              <a:rPr lang="en-IN" dirty="0" smtClean="0"/>
              <a:t>) error {</a:t>
            </a:r>
          </a:p>
          <a:p>
            <a:r>
              <a:rPr lang="en-IN" dirty="0" smtClean="0"/>
              <a:t>    </a:t>
            </a:r>
            <a:r>
              <a:rPr lang="en-IN" dirty="0" err="1" smtClean="0"/>
              <a:t>var</a:t>
            </a:r>
            <a:r>
              <a:rPr lang="en-IN" dirty="0" smtClean="0"/>
              <a:t> user </a:t>
            </a:r>
            <a:r>
              <a:rPr lang="en-IN" dirty="0" err="1" smtClean="0"/>
              <a:t>model.User</a:t>
            </a:r>
            <a:endParaRPr lang="en-IN" dirty="0" smtClean="0"/>
          </a:p>
          <a:p>
            <a:r>
              <a:rPr lang="en-IN" dirty="0" smtClean="0"/>
              <a:t>    if err := </a:t>
            </a:r>
            <a:r>
              <a:rPr lang="en-IN" dirty="0" err="1" smtClean="0"/>
              <a:t>c.BodyParser</a:t>
            </a:r>
            <a:r>
              <a:rPr lang="en-IN" dirty="0" smtClean="0"/>
              <a:t>(&amp;user); err != nil {</a:t>
            </a:r>
          </a:p>
          <a:p>
            <a:r>
              <a:rPr lang="en-IN" dirty="0" smtClean="0"/>
              <a:t>        return </a:t>
            </a:r>
            <a:r>
              <a:rPr lang="en-IN" dirty="0" err="1" smtClean="0"/>
              <a:t>c.Status</a:t>
            </a:r>
            <a:r>
              <a:rPr lang="en-IN" dirty="0" smtClean="0"/>
              <a:t>(400).JSON(</a:t>
            </a:r>
            <a:r>
              <a:rPr lang="en-IN" dirty="0" err="1" smtClean="0"/>
              <a:t>fiber.Map</a:t>
            </a:r>
            <a:r>
              <a:rPr lang="en-IN" dirty="0" smtClean="0"/>
              <a:t>{"error": "Invalid input"})</a:t>
            </a:r>
          </a:p>
          <a:p>
            <a:r>
              <a:rPr lang="en-IN" dirty="0" smtClean="0"/>
              <a:t>    }</a:t>
            </a:r>
          </a:p>
          <a:p>
            <a:endParaRPr lang="en-IN" dirty="0" smtClean="0"/>
          </a:p>
          <a:p>
            <a:r>
              <a:rPr lang="en-IN" dirty="0" smtClean="0"/>
              <a:t>    if err := </a:t>
            </a:r>
            <a:r>
              <a:rPr lang="en-IN" dirty="0" err="1" smtClean="0"/>
              <a:t>service.Create</a:t>
            </a:r>
            <a:r>
              <a:rPr lang="en-IN" dirty="0" smtClean="0"/>
              <a:t>(user); err != nil {</a:t>
            </a:r>
          </a:p>
          <a:p>
            <a:r>
              <a:rPr lang="en-IN" dirty="0" smtClean="0"/>
              <a:t>        return </a:t>
            </a:r>
            <a:r>
              <a:rPr lang="en-IN" dirty="0" err="1" smtClean="0"/>
              <a:t>c.Status</a:t>
            </a:r>
            <a:r>
              <a:rPr lang="en-IN" dirty="0" smtClean="0"/>
              <a:t>(500).JSON(</a:t>
            </a:r>
            <a:r>
              <a:rPr lang="en-IN" dirty="0" err="1" smtClean="0"/>
              <a:t>fiber.Map</a:t>
            </a:r>
            <a:r>
              <a:rPr lang="en-IN" dirty="0" smtClean="0"/>
              <a:t>{"error": </a:t>
            </a:r>
            <a:r>
              <a:rPr lang="en-IN" dirty="0" err="1" smtClean="0"/>
              <a:t>err.Error</a:t>
            </a:r>
            <a:r>
              <a:rPr lang="en-IN" dirty="0" smtClean="0"/>
              <a:t>()})</a:t>
            </a:r>
          </a:p>
          <a:p>
            <a:r>
              <a:rPr lang="en-IN" dirty="0" smtClean="0"/>
              <a:t>    }</a:t>
            </a:r>
          </a:p>
          <a:p>
            <a:endParaRPr lang="en-IN" dirty="0" smtClean="0"/>
          </a:p>
          <a:p>
            <a:r>
              <a:rPr lang="en-IN" dirty="0" smtClean="0"/>
              <a:t>    return </a:t>
            </a:r>
            <a:r>
              <a:rPr lang="en-IN" dirty="0" err="1" smtClean="0"/>
              <a:t>c.Status</a:t>
            </a:r>
            <a:r>
              <a:rPr lang="en-IN" dirty="0" smtClean="0"/>
              <a:t>(201).JSON(</a:t>
            </a:r>
            <a:r>
              <a:rPr lang="en-IN" dirty="0" err="1" smtClean="0"/>
              <a:t>fiber.Map</a:t>
            </a:r>
            <a:r>
              <a:rPr lang="en-IN" dirty="0" smtClean="0"/>
              <a:t>{"message": "User created"})</a:t>
            </a:r>
          </a:p>
          <a:p>
            <a:r>
              <a:rPr lang="en-IN" dirty="0" smtClean="0"/>
              <a:t>}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019138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48691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Controller </a:t>
            </a:r>
            <a:r>
              <a:rPr lang="en-US" dirty="0" err="1" smtClean="0"/>
              <a:t>cont</a:t>
            </a:r>
            <a:r>
              <a:rPr lang="en-US" dirty="0" smtClean="0"/>
              <a:t>…</a:t>
            </a:r>
            <a:endParaRPr lang="en-IN" dirty="0"/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6217920" y="1234440"/>
            <a:ext cx="5903976" cy="5038344"/>
          </a:xfrm>
          <a:solidFill>
            <a:schemeClr val="accent4">
              <a:lumMod val="40000"/>
              <a:lumOff val="60000"/>
            </a:schemeClr>
          </a:solidFill>
        </p:spPr>
        <p:txBody>
          <a:bodyPr>
            <a:normAutofit/>
          </a:bodyPr>
          <a:lstStyle/>
          <a:p>
            <a:pPr marL="0" indent="0">
              <a:buNone/>
            </a:pPr>
            <a:endParaRPr lang="en-IN" sz="1600" dirty="0" smtClean="0"/>
          </a:p>
          <a:p>
            <a:pPr marL="0" indent="0">
              <a:buNone/>
            </a:pPr>
            <a:endParaRPr lang="en-IN" sz="1600" dirty="0" smtClean="0"/>
          </a:p>
          <a:p>
            <a:pPr marL="0" indent="0">
              <a:buNone/>
            </a:pPr>
            <a:endParaRPr lang="en-IN" sz="1600" dirty="0" smtClean="0"/>
          </a:p>
          <a:p>
            <a:pPr marL="0" indent="0">
              <a:buNone/>
            </a:pPr>
            <a:endParaRPr lang="en-IN" sz="1600" dirty="0" smtClean="0"/>
          </a:p>
          <a:p>
            <a:pPr marL="0" indent="0">
              <a:buNone/>
            </a:pPr>
            <a:endParaRPr lang="en-IN" sz="1600" dirty="0" smtClean="0"/>
          </a:p>
          <a:p>
            <a:pPr marL="0" indent="0">
              <a:buNone/>
            </a:pPr>
            <a:r>
              <a:rPr lang="en-IN" sz="1600" dirty="0" err="1" smtClean="0"/>
              <a:t>func</a:t>
            </a:r>
            <a:r>
              <a:rPr lang="en-IN" sz="1600" dirty="0" smtClean="0"/>
              <a:t> </a:t>
            </a:r>
            <a:r>
              <a:rPr lang="en-IN" sz="1600" dirty="0" err="1" smtClean="0"/>
              <a:t>DeleteUser</a:t>
            </a:r>
            <a:r>
              <a:rPr lang="en-IN" sz="1600" dirty="0" smtClean="0"/>
              <a:t>(c *</a:t>
            </a:r>
            <a:r>
              <a:rPr lang="en-IN" sz="1600" dirty="0" err="1" smtClean="0"/>
              <a:t>fiber.Ctx</a:t>
            </a:r>
            <a:r>
              <a:rPr lang="en-IN" sz="1600" dirty="0" smtClean="0"/>
              <a:t>) error {</a:t>
            </a:r>
          </a:p>
          <a:p>
            <a:pPr marL="0" indent="0">
              <a:buNone/>
            </a:pPr>
            <a:r>
              <a:rPr lang="en-IN" sz="1600" dirty="0" smtClean="0"/>
              <a:t>    id, _ := </a:t>
            </a:r>
            <a:r>
              <a:rPr lang="en-IN" sz="1600" dirty="0" err="1" smtClean="0"/>
              <a:t>strconv.Atoi</a:t>
            </a:r>
            <a:r>
              <a:rPr lang="en-IN" sz="1600" dirty="0" smtClean="0"/>
              <a:t>(</a:t>
            </a:r>
            <a:r>
              <a:rPr lang="en-IN" sz="1600" dirty="0" err="1" smtClean="0"/>
              <a:t>c.Params</a:t>
            </a:r>
            <a:r>
              <a:rPr lang="en-IN" sz="1600" dirty="0" smtClean="0"/>
              <a:t>("id"))</a:t>
            </a:r>
          </a:p>
          <a:p>
            <a:pPr marL="0" indent="0">
              <a:buNone/>
            </a:pPr>
            <a:r>
              <a:rPr lang="en-IN" sz="1600" dirty="0" smtClean="0"/>
              <a:t>    if err := </a:t>
            </a:r>
            <a:r>
              <a:rPr lang="en-IN" sz="1600" dirty="0" err="1" smtClean="0"/>
              <a:t>service.Delete</a:t>
            </a:r>
            <a:r>
              <a:rPr lang="en-IN" sz="1600" dirty="0" smtClean="0"/>
              <a:t>(id); err != nil {</a:t>
            </a:r>
          </a:p>
          <a:p>
            <a:pPr marL="0" indent="0">
              <a:buNone/>
            </a:pPr>
            <a:r>
              <a:rPr lang="en-IN" sz="1600" dirty="0" smtClean="0"/>
              <a:t>        return </a:t>
            </a:r>
            <a:r>
              <a:rPr lang="en-IN" sz="1600" dirty="0" err="1" smtClean="0"/>
              <a:t>c.Status</a:t>
            </a:r>
            <a:r>
              <a:rPr lang="en-IN" sz="1600" dirty="0" smtClean="0"/>
              <a:t>(500).JSON(</a:t>
            </a:r>
            <a:r>
              <a:rPr lang="en-IN" sz="1600" dirty="0" err="1" smtClean="0"/>
              <a:t>fiber.Map</a:t>
            </a:r>
            <a:r>
              <a:rPr lang="en-IN" sz="1600" dirty="0" smtClean="0"/>
              <a:t>{"error": </a:t>
            </a:r>
            <a:r>
              <a:rPr lang="en-IN" sz="1600" dirty="0" err="1" smtClean="0"/>
              <a:t>err.Error</a:t>
            </a:r>
            <a:r>
              <a:rPr lang="en-IN" sz="1600" dirty="0" smtClean="0"/>
              <a:t>()})</a:t>
            </a:r>
          </a:p>
          <a:p>
            <a:pPr marL="0" indent="0">
              <a:buNone/>
            </a:pPr>
            <a:r>
              <a:rPr lang="en-IN" sz="1600" dirty="0" smtClean="0"/>
              <a:t>    }</a:t>
            </a:r>
          </a:p>
          <a:p>
            <a:pPr marL="0" indent="0">
              <a:buNone/>
            </a:pPr>
            <a:r>
              <a:rPr lang="en-IN" sz="1600" dirty="0" smtClean="0"/>
              <a:t>    return </a:t>
            </a:r>
            <a:r>
              <a:rPr lang="en-IN" sz="1600" dirty="0" err="1" smtClean="0"/>
              <a:t>c.JSON</a:t>
            </a:r>
            <a:r>
              <a:rPr lang="en-IN" sz="1600" dirty="0" smtClean="0"/>
              <a:t>(</a:t>
            </a:r>
            <a:r>
              <a:rPr lang="en-IN" sz="1600" dirty="0" err="1" smtClean="0"/>
              <a:t>fiber.Map</a:t>
            </a:r>
            <a:r>
              <a:rPr lang="en-IN" sz="1600" dirty="0" smtClean="0"/>
              <a:t>{"message": "User deleted"})</a:t>
            </a:r>
          </a:p>
          <a:p>
            <a:pPr marL="0" indent="0">
              <a:buNone/>
            </a:pPr>
            <a:r>
              <a:rPr lang="en-IN" sz="1600" dirty="0" smtClean="0"/>
              <a:t>}</a:t>
            </a:r>
          </a:p>
          <a:p>
            <a:pPr marL="0" indent="0">
              <a:buNone/>
            </a:pPr>
            <a:endParaRPr lang="en-IN" sz="1600" dirty="0"/>
          </a:p>
        </p:txBody>
      </p:sp>
      <p:sp>
        <p:nvSpPr>
          <p:cNvPr id="5" name="TextBox 4"/>
          <p:cNvSpPr txBox="1"/>
          <p:nvPr/>
        </p:nvSpPr>
        <p:spPr>
          <a:xfrm>
            <a:off x="91441" y="886968"/>
            <a:ext cx="6025895" cy="353943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1600" dirty="0" err="1" smtClean="0"/>
              <a:t>func</a:t>
            </a:r>
            <a:r>
              <a:rPr lang="en-IN" sz="1600" dirty="0" smtClean="0"/>
              <a:t> </a:t>
            </a:r>
            <a:r>
              <a:rPr lang="en-IN" sz="1600" dirty="0" err="1" smtClean="0"/>
              <a:t>UpdateUser</a:t>
            </a:r>
            <a:r>
              <a:rPr lang="en-IN" sz="1600" dirty="0" smtClean="0"/>
              <a:t>(c *</a:t>
            </a:r>
            <a:r>
              <a:rPr lang="en-IN" sz="1600" dirty="0" err="1" smtClean="0"/>
              <a:t>fiber.Ctx</a:t>
            </a:r>
            <a:r>
              <a:rPr lang="en-IN" sz="1600" dirty="0" smtClean="0"/>
              <a:t>) error {</a:t>
            </a:r>
          </a:p>
          <a:p>
            <a:r>
              <a:rPr lang="en-IN" sz="1600" dirty="0" smtClean="0"/>
              <a:t>    id, _ := </a:t>
            </a:r>
            <a:r>
              <a:rPr lang="en-IN" sz="1600" dirty="0" err="1" smtClean="0"/>
              <a:t>strconv.Atoi</a:t>
            </a:r>
            <a:r>
              <a:rPr lang="en-IN" sz="1600" dirty="0" smtClean="0"/>
              <a:t>(</a:t>
            </a:r>
            <a:r>
              <a:rPr lang="en-IN" sz="1600" dirty="0" err="1" smtClean="0"/>
              <a:t>c.Params</a:t>
            </a:r>
            <a:r>
              <a:rPr lang="en-IN" sz="1600" dirty="0" smtClean="0"/>
              <a:t>("id"))</a:t>
            </a:r>
          </a:p>
          <a:p>
            <a:r>
              <a:rPr lang="en-IN" sz="1600" dirty="0" smtClean="0"/>
              <a:t>    </a:t>
            </a:r>
            <a:r>
              <a:rPr lang="en-IN" sz="1600" dirty="0" err="1" smtClean="0"/>
              <a:t>var</a:t>
            </a:r>
            <a:r>
              <a:rPr lang="en-IN" sz="1600" dirty="0" smtClean="0"/>
              <a:t> user </a:t>
            </a:r>
            <a:r>
              <a:rPr lang="en-IN" sz="1600" dirty="0" err="1" smtClean="0"/>
              <a:t>model.User</a:t>
            </a:r>
            <a:endParaRPr lang="en-IN" sz="1600" dirty="0" smtClean="0"/>
          </a:p>
          <a:p>
            <a:r>
              <a:rPr lang="en-IN" sz="1600" dirty="0" smtClean="0"/>
              <a:t>    if err := </a:t>
            </a:r>
            <a:r>
              <a:rPr lang="en-IN" sz="1600" dirty="0" err="1" smtClean="0"/>
              <a:t>c.BodyParser</a:t>
            </a:r>
            <a:r>
              <a:rPr lang="en-IN" sz="1600" dirty="0" smtClean="0"/>
              <a:t>(&amp;user); err != nil {</a:t>
            </a:r>
          </a:p>
          <a:p>
            <a:r>
              <a:rPr lang="en-IN" sz="1600" dirty="0" smtClean="0"/>
              <a:t>        return </a:t>
            </a:r>
            <a:r>
              <a:rPr lang="en-IN" sz="1600" dirty="0" err="1" smtClean="0"/>
              <a:t>c.Status</a:t>
            </a:r>
            <a:r>
              <a:rPr lang="en-IN" sz="1600" dirty="0" smtClean="0"/>
              <a:t>(400).JSON(</a:t>
            </a:r>
            <a:r>
              <a:rPr lang="en-IN" sz="1600" dirty="0" err="1" smtClean="0"/>
              <a:t>fiber.Map</a:t>
            </a:r>
            <a:r>
              <a:rPr lang="en-IN" sz="1600" dirty="0" smtClean="0"/>
              <a:t>{"error": "Invalid input"})</a:t>
            </a:r>
          </a:p>
          <a:p>
            <a:r>
              <a:rPr lang="en-IN" sz="1600" dirty="0" smtClean="0"/>
              <a:t>    }</a:t>
            </a:r>
          </a:p>
          <a:p>
            <a:endParaRPr lang="en-IN" sz="1600" dirty="0" smtClean="0"/>
          </a:p>
          <a:p>
            <a:r>
              <a:rPr lang="en-IN" sz="1600" dirty="0" smtClean="0"/>
              <a:t>    if err := </a:t>
            </a:r>
            <a:r>
              <a:rPr lang="en-IN" sz="1600" dirty="0" err="1" smtClean="0"/>
              <a:t>service.Update</a:t>
            </a:r>
            <a:r>
              <a:rPr lang="en-IN" sz="1600" dirty="0" smtClean="0"/>
              <a:t>(id, user); err != nil {</a:t>
            </a:r>
          </a:p>
          <a:p>
            <a:r>
              <a:rPr lang="en-IN" sz="1600" dirty="0" smtClean="0"/>
              <a:t>        return </a:t>
            </a:r>
            <a:r>
              <a:rPr lang="en-IN" sz="1600" dirty="0" err="1" smtClean="0"/>
              <a:t>c.Status</a:t>
            </a:r>
            <a:r>
              <a:rPr lang="en-IN" sz="1600" dirty="0" smtClean="0"/>
              <a:t>(500).JSON(</a:t>
            </a:r>
            <a:r>
              <a:rPr lang="en-IN" sz="1600" dirty="0" err="1" smtClean="0"/>
              <a:t>fiber.Map</a:t>
            </a:r>
            <a:r>
              <a:rPr lang="en-IN" sz="1600" dirty="0" smtClean="0"/>
              <a:t>{"error": </a:t>
            </a:r>
            <a:r>
              <a:rPr lang="en-IN" sz="1600" dirty="0" err="1" smtClean="0"/>
              <a:t>err.Error</a:t>
            </a:r>
            <a:r>
              <a:rPr lang="en-IN" sz="1600" dirty="0" smtClean="0"/>
              <a:t>()})</a:t>
            </a:r>
          </a:p>
          <a:p>
            <a:r>
              <a:rPr lang="en-IN" sz="1600" dirty="0" smtClean="0"/>
              <a:t>    }</a:t>
            </a:r>
          </a:p>
          <a:p>
            <a:endParaRPr lang="en-IN" sz="1600" dirty="0" smtClean="0"/>
          </a:p>
          <a:p>
            <a:r>
              <a:rPr lang="en-IN" sz="1600" dirty="0" smtClean="0"/>
              <a:t>    return </a:t>
            </a:r>
            <a:r>
              <a:rPr lang="en-IN" sz="1600" dirty="0" err="1" smtClean="0"/>
              <a:t>c.JSON</a:t>
            </a:r>
            <a:r>
              <a:rPr lang="en-IN" sz="1600" dirty="0" smtClean="0"/>
              <a:t>(</a:t>
            </a:r>
            <a:r>
              <a:rPr lang="en-IN" sz="1600" dirty="0" err="1" smtClean="0"/>
              <a:t>fiber.Map</a:t>
            </a:r>
            <a:r>
              <a:rPr lang="en-IN" sz="1600" dirty="0" smtClean="0"/>
              <a:t>{"message": "User updated"})</a:t>
            </a:r>
          </a:p>
          <a:p>
            <a:r>
              <a:rPr lang="en-IN" sz="1600" dirty="0" smtClean="0"/>
              <a:t>}</a:t>
            </a:r>
          </a:p>
          <a:p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17475059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Router/</a:t>
            </a:r>
            <a:r>
              <a:rPr lang="en-US" dirty="0" err="1" smtClean="0"/>
              <a:t>router.go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solidFill>
            <a:schemeClr val="accent6">
              <a:lumMod val="40000"/>
              <a:lumOff val="60000"/>
            </a:schemeClr>
          </a:solidFill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IN" dirty="0" smtClean="0"/>
              <a:t>package router</a:t>
            </a:r>
          </a:p>
          <a:p>
            <a:pPr marL="0" indent="0">
              <a:buNone/>
            </a:pPr>
            <a:endParaRPr lang="en-IN" dirty="0" smtClean="0"/>
          </a:p>
          <a:p>
            <a:pPr marL="0" indent="0">
              <a:buNone/>
            </a:pPr>
            <a:r>
              <a:rPr lang="en-IN" dirty="0" smtClean="0"/>
              <a:t>import (</a:t>
            </a:r>
          </a:p>
          <a:p>
            <a:pPr marL="0" indent="0">
              <a:buNone/>
            </a:pPr>
            <a:r>
              <a:rPr lang="en-IN" dirty="0" smtClean="0"/>
              <a:t>    "go-user-</a:t>
            </a:r>
            <a:r>
              <a:rPr lang="en-IN" dirty="0" err="1" smtClean="0"/>
              <a:t>api</a:t>
            </a:r>
            <a:r>
              <a:rPr lang="en-IN" dirty="0" smtClean="0"/>
              <a:t>/controller"</a:t>
            </a:r>
          </a:p>
          <a:p>
            <a:pPr marL="0" indent="0">
              <a:buNone/>
            </a:pPr>
            <a:r>
              <a:rPr lang="en-IN" dirty="0" smtClean="0"/>
              <a:t>    "github.com/</a:t>
            </a:r>
            <a:r>
              <a:rPr lang="en-IN" dirty="0" err="1" smtClean="0"/>
              <a:t>gofiber</a:t>
            </a:r>
            <a:r>
              <a:rPr lang="en-IN" dirty="0" smtClean="0"/>
              <a:t>/</a:t>
            </a:r>
            <a:r>
              <a:rPr lang="en-IN" dirty="0" err="1" smtClean="0"/>
              <a:t>fiber</a:t>
            </a:r>
            <a:r>
              <a:rPr lang="en-IN" dirty="0" smtClean="0"/>
              <a:t>/v2"</a:t>
            </a:r>
          </a:p>
          <a:p>
            <a:pPr marL="0" indent="0">
              <a:buNone/>
            </a:pPr>
            <a:r>
              <a:rPr lang="en-IN" dirty="0" smtClean="0"/>
              <a:t>)</a:t>
            </a:r>
          </a:p>
          <a:p>
            <a:pPr marL="0" indent="0">
              <a:buNone/>
            </a:pPr>
            <a:endParaRPr lang="en-IN" dirty="0" smtClean="0"/>
          </a:p>
          <a:p>
            <a:pPr marL="0" indent="0">
              <a:buNone/>
            </a:pPr>
            <a:r>
              <a:rPr lang="en-IN" dirty="0" err="1" smtClean="0"/>
              <a:t>func</a:t>
            </a:r>
            <a:r>
              <a:rPr lang="en-IN" dirty="0" smtClean="0"/>
              <a:t> </a:t>
            </a:r>
            <a:r>
              <a:rPr lang="en-IN" dirty="0" err="1" smtClean="0"/>
              <a:t>SetupRoutes</a:t>
            </a:r>
            <a:r>
              <a:rPr lang="en-IN" dirty="0" smtClean="0"/>
              <a:t>(app *</a:t>
            </a:r>
            <a:r>
              <a:rPr lang="en-IN" dirty="0" err="1" smtClean="0"/>
              <a:t>fiber.App</a:t>
            </a:r>
            <a:r>
              <a:rPr lang="en-IN" dirty="0" smtClean="0"/>
              <a:t>) {</a:t>
            </a:r>
          </a:p>
          <a:p>
            <a:pPr marL="0" indent="0">
              <a:buNone/>
            </a:pPr>
            <a:r>
              <a:rPr lang="en-IN" dirty="0" smtClean="0"/>
              <a:t>    </a:t>
            </a:r>
            <a:r>
              <a:rPr lang="en-IN" dirty="0" err="1" smtClean="0"/>
              <a:t>api</a:t>
            </a:r>
            <a:r>
              <a:rPr lang="en-IN" dirty="0" smtClean="0"/>
              <a:t> := </a:t>
            </a:r>
            <a:r>
              <a:rPr lang="en-IN" dirty="0" err="1" smtClean="0"/>
              <a:t>app.Group</a:t>
            </a:r>
            <a:r>
              <a:rPr lang="en-IN" dirty="0" smtClean="0"/>
              <a:t>("/users")</a:t>
            </a:r>
          </a:p>
          <a:p>
            <a:pPr marL="0" indent="0">
              <a:buNone/>
            </a:pPr>
            <a:r>
              <a:rPr lang="en-IN" dirty="0" smtClean="0"/>
              <a:t>    </a:t>
            </a:r>
            <a:r>
              <a:rPr lang="en-IN" dirty="0" err="1" smtClean="0"/>
              <a:t>api.Get</a:t>
            </a:r>
            <a:r>
              <a:rPr lang="en-IN" dirty="0" smtClean="0"/>
              <a:t>("/", </a:t>
            </a:r>
            <a:r>
              <a:rPr lang="en-IN" dirty="0" err="1" smtClean="0"/>
              <a:t>controller.GetUsers</a:t>
            </a:r>
            <a:r>
              <a:rPr lang="en-IN" dirty="0" smtClean="0"/>
              <a:t>)</a:t>
            </a:r>
          </a:p>
          <a:p>
            <a:pPr marL="0" indent="0">
              <a:buNone/>
            </a:pPr>
            <a:r>
              <a:rPr lang="en-IN" dirty="0" smtClean="0"/>
              <a:t>    </a:t>
            </a:r>
            <a:r>
              <a:rPr lang="en-IN" dirty="0" err="1" smtClean="0"/>
              <a:t>api.Get</a:t>
            </a:r>
            <a:r>
              <a:rPr lang="en-IN" dirty="0" smtClean="0"/>
              <a:t>("/:id", </a:t>
            </a:r>
            <a:r>
              <a:rPr lang="en-IN" dirty="0" err="1" smtClean="0"/>
              <a:t>controller.GetUser</a:t>
            </a:r>
            <a:r>
              <a:rPr lang="en-IN" dirty="0" smtClean="0"/>
              <a:t>)</a:t>
            </a:r>
          </a:p>
          <a:p>
            <a:pPr marL="0" indent="0">
              <a:buNone/>
            </a:pPr>
            <a:r>
              <a:rPr lang="en-IN" dirty="0" smtClean="0"/>
              <a:t>    </a:t>
            </a:r>
            <a:r>
              <a:rPr lang="en-IN" dirty="0" err="1" smtClean="0"/>
              <a:t>api.Post</a:t>
            </a:r>
            <a:r>
              <a:rPr lang="en-IN" dirty="0" smtClean="0"/>
              <a:t>("/", </a:t>
            </a:r>
            <a:r>
              <a:rPr lang="en-IN" dirty="0" err="1" smtClean="0"/>
              <a:t>controller.CreateUser</a:t>
            </a:r>
            <a:r>
              <a:rPr lang="en-IN" dirty="0" smtClean="0"/>
              <a:t>)</a:t>
            </a:r>
          </a:p>
          <a:p>
            <a:pPr marL="0" indent="0">
              <a:buNone/>
            </a:pPr>
            <a:r>
              <a:rPr lang="en-IN" dirty="0" smtClean="0"/>
              <a:t>    </a:t>
            </a:r>
            <a:r>
              <a:rPr lang="en-IN" dirty="0" err="1" smtClean="0"/>
              <a:t>api.Put</a:t>
            </a:r>
            <a:r>
              <a:rPr lang="en-IN" dirty="0" smtClean="0"/>
              <a:t>("/:id", </a:t>
            </a:r>
            <a:r>
              <a:rPr lang="en-IN" dirty="0" err="1" smtClean="0"/>
              <a:t>controller.UpdateUser</a:t>
            </a:r>
            <a:r>
              <a:rPr lang="en-IN" dirty="0" smtClean="0"/>
              <a:t>)</a:t>
            </a:r>
          </a:p>
          <a:p>
            <a:pPr marL="0" indent="0">
              <a:buNone/>
            </a:pPr>
            <a:r>
              <a:rPr lang="en-IN" dirty="0" smtClean="0"/>
              <a:t>    </a:t>
            </a:r>
            <a:r>
              <a:rPr lang="en-IN" dirty="0" err="1" smtClean="0"/>
              <a:t>api.Delete</a:t>
            </a:r>
            <a:r>
              <a:rPr lang="en-IN" dirty="0" smtClean="0"/>
              <a:t>("/:id", </a:t>
            </a:r>
            <a:r>
              <a:rPr lang="en-IN" dirty="0" err="1" smtClean="0"/>
              <a:t>controller.DeleteUser</a:t>
            </a:r>
            <a:r>
              <a:rPr lang="en-IN" dirty="0" smtClean="0"/>
              <a:t>)</a:t>
            </a:r>
          </a:p>
          <a:p>
            <a:pPr marL="0" indent="0">
              <a:buNone/>
            </a:pPr>
            <a:r>
              <a:rPr lang="en-IN" dirty="0" smtClean="0"/>
              <a:t>}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928807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49275"/>
          </a:xfrm>
        </p:spPr>
        <p:txBody>
          <a:bodyPr>
            <a:normAutofit fontScale="90000"/>
          </a:bodyPr>
          <a:lstStyle/>
          <a:p>
            <a:r>
              <a:rPr lang="en-US" dirty="0" err="1" smtClean="0"/>
              <a:t>Main.go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8720"/>
            <a:ext cx="10515600" cy="4988243"/>
          </a:xfrm>
          <a:solidFill>
            <a:schemeClr val="accent6">
              <a:lumMod val="40000"/>
              <a:lumOff val="60000"/>
            </a:schemeClr>
          </a:solidFill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1800" dirty="0" smtClean="0"/>
              <a:t>package main</a:t>
            </a:r>
          </a:p>
          <a:p>
            <a:pPr marL="0" indent="0">
              <a:buNone/>
            </a:pPr>
            <a:r>
              <a:rPr lang="en-IN" sz="1800" dirty="0" smtClean="0"/>
              <a:t>import (</a:t>
            </a:r>
          </a:p>
          <a:p>
            <a:pPr marL="0" indent="0">
              <a:buNone/>
            </a:pPr>
            <a:r>
              <a:rPr lang="en-IN" sz="1800" dirty="0" smtClean="0"/>
              <a:t>    "go-user-</a:t>
            </a:r>
            <a:r>
              <a:rPr lang="en-IN" sz="1800" dirty="0" err="1" smtClean="0"/>
              <a:t>api</a:t>
            </a:r>
            <a:r>
              <a:rPr lang="en-IN" sz="1800" dirty="0" smtClean="0"/>
              <a:t>/</a:t>
            </a:r>
            <a:r>
              <a:rPr lang="en-IN" sz="1800" dirty="0" err="1" smtClean="0"/>
              <a:t>config</a:t>
            </a:r>
            <a:r>
              <a:rPr lang="en-IN" sz="1800" dirty="0" smtClean="0"/>
              <a:t>"</a:t>
            </a:r>
          </a:p>
          <a:p>
            <a:pPr marL="0" indent="0">
              <a:buNone/>
            </a:pPr>
            <a:r>
              <a:rPr lang="en-IN" sz="1800" dirty="0" smtClean="0"/>
              <a:t>    "go-user-</a:t>
            </a:r>
            <a:r>
              <a:rPr lang="en-IN" sz="1800" dirty="0" err="1" smtClean="0"/>
              <a:t>api</a:t>
            </a:r>
            <a:r>
              <a:rPr lang="en-IN" sz="1800" dirty="0" smtClean="0"/>
              <a:t>/router"</a:t>
            </a:r>
          </a:p>
          <a:p>
            <a:pPr marL="0" indent="0">
              <a:buNone/>
            </a:pPr>
            <a:r>
              <a:rPr lang="en-IN" sz="1800" dirty="0" smtClean="0"/>
              <a:t>    "github.com/</a:t>
            </a:r>
            <a:r>
              <a:rPr lang="en-IN" sz="1800" dirty="0" err="1" smtClean="0"/>
              <a:t>gofiber</a:t>
            </a:r>
            <a:r>
              <a:rPr lang="en-IN" sz="1800" dirty="0" smtClean="0"/>
              <a:t>/</a:t>
            </a:r>
            <a:r>
              <a:rPr lang="en-IN" sz="1800" dirty="0" err="1" smtClean="0"/>
              <a:t>fiber</a:t>
            </a:r>
            <a:r>
              <a:rPr lang="en-IN" sz="1800" dirty="0" smtClean="0"/>
              <a:t>/v2"</a:t>
            </a:r>
          </a:p>
          <a:p>
            <a:pPr marL="0" indent="0">
              <a:buNone/>
            </a:pPr>
            <a:r>
              <a:rPr lang="en-IN" sz="1800" dirty="0" smtClean="0"/>
              <a:t>)</a:t>
            </a:r>
          </a:p>
          <a:p>
            <a:pPr marL="0" indent="0">
              <a:buNone/>
            </a:pPr>
            <a:r>
              <a:rPr lang="en-IN" sz="1800" dirty="0" err="1" smtClean="0"/>
              <a:t>func</a:t>
            </a:r>
            <a:r>
              <a:rPr lang="en-IN" sz="1800" dirty="0" smtClean="0"/>
              <a:t> main() {</a:t>
            </a:r>
          </a:p>
          <a:p>
            <a:pPr marL="0" indent="0">
              <a:buNone/>
            </a:pPr>
            <a:r>
              <a:rPr lang="en-IN" sz="1800" dirty="0" smtClean="0"/>
              <a:t>    app := </a:t>
            </a:r>
            <a:r>
              <a:rPr lang="en-IN" sz="1800" dirty="0" err="1" smtClean="0"/>
              <a:t>fiber.New</a:t>
            </a:r>
            <a:r>
              <a:rPr lang="en-IN" sz="1800" dirty="0" smtClean="0"/>
              <a:t>()</a:t>
            </a:r>
          </a:p>
          <a:p>
            <a:pPr marL="0" indent="0">
              <a:buNone/>
            </a:pPr>
            <a:r>
              <a:rPr lang="en-IN" sz="1800" dirty="0" smtClean="0"/>
              <a:t>    </a:t>
            </a:r>
            <a:r>
              <a:rPr lang="en-IN" sz="1800" dirty="0" err="1" smtClean="0"/>
              <a:t>config.ConnectDB</a:t>
            </a:r>
            <a:r>
              <a:rPr lang="en-IN" sz="1800" dirty="0" smtClean="0"/>
              <a:t>()</a:t>
            </a:r>
          </a:p>
          <a:p>
            <a:pPr marL="0" indent="0">
              <a:buNone/>
            </a:pPr>
            <a:r>
              <a:rPr lang="en-IN" sz="1800" dirty="0" smtClean="0"/>
              <a:t>    </a:t>
            </a:r>
            <a:r>
              <a:rPr lang="en-IN" sz="1800" dirty="0" err="1" smtClean="0"/>
              <a:t>router.SetupRoutes</a:t>
            </a:r>
            <a:r>
              <a:rPr lang="en-IN" sz="1800" dirty="0" smtClean="0"/>
              <a:t>(app)</a:t>
            </a:r>
          </a:p>
          <a:p>
            <a:pPr marL="0" indent="0">
              <a:buNone/>
            </a:pPr>
            <a:r>
              <a:rPr lang="en-IN" sz="1800" dirty="0" smtClean="0"/>
              <a:t>    </a:t>
            </a:r>
            <a:r>
              <a:rPr lang="en-IN" sz="1800" dirty="0" err="1" smtClean="0"/>
              <a:t>app.Listen</a:t>
            </a:r>
            <a:r>
              <a:rPr lang="en-IN" sz="1800" dirty="0" smtClean="0"/>
              <a:t>(":3000")</a:t>
            </a:r>
          </a:p>
          <a:p>
            <a:pPr marL="0" indent="0">
              <a:buNone/>
            </a:pPr>
            <a:r>
              <a:rPr lang="en-IN" sz="1800" dirty="0" smtClean="0"/>
              <a:t>}</a:t>
            </a:r>
          </a:p>
          <a:p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20017880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Test app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Test app on http://localhost:3000/users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839460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87178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166497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20090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545786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80368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97120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4315</TotalTime>
  <Words>1688</Words>
  <Application>Microsoft Office PowerPoint</Application>
  <PresentationFormat>Widescreen</PresentationFormat>
  <Paragraphs>410</Paragraphs>
  <Slides>34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9" baseType="lpstr">
      <vt:lpstr>Arial Unicode MS</vt:lpstr>
      <vt:lpstr>Arial</vt:lpstr>
      <vt:lpstr>Calibri</vt:lpstr>
      <vt:lpstr>Calibri Light</vt:lpstr>
      <vt:lpstr>Office Theme</vt:lpstr>
      <vt:lpstr>API Using Go</vt:lpstr>
      <vt:lpstr>Golang based monolithic application</vt:lpstr>
      <vt:lpstr>PowerPoint Presentation</vt:lpstr>
      <vt:lpstr>Layered Breakdown </vt:lpstr>
      <vt:lpstr>Tech Stack (Broad Scale) </vt:lpstr>
      <vt:lpstr>generate complete folder structure automatically</vt:lpstr>
      <vt:lpstr>Shell Script to Scaffold Fiber or Gin App</vt:lpstr>
      <vt:lpstr>Custom CLI Tool in Go</vt:lpstr>
      <vt:lpstr>What Is Buffalo? </vt:lpstr>
      <vt:lpstr>System Requirements </vt:lpstr>
      <vt:lpstr>gobuffalo</vt:lpstr>
      <vt:lpstr>Configure Database Edit database.yml to set:</vt:lpstr>
      <vt:lpstr>.</vt:lpstr>
      <vt:lpstr>Generate resources</vt:lpstr>
      <vt:lpstr>API Response Example</vt:lpstr>
      <vt:lpstr>Fiber framework based project</vt:lpstr>
      <vt:lpstr>Fiber project in details step by step</vt:lpstr>
      <vt:lpstr>Install Required Packages</vt:lpstr>
      <vt:lpstr>Mysql setup</vt:lpstr>
      <vt:lpstr>Config/db.go</vt:lpstr>
      <vt:lpstr>Model/user.go</vt:lpstr>
      <vt:lpstr>Dao/user_dao.go</vt:lpstr>
      <vt:lpstr>Service/user_service.go</vt:lpstr>
      <vt:lpstr>Controller/user_controller.go</vt:lpstr>
      <vt:lpstr>Controller cont…</vt:lpstr>
      <vt:lpstr>Router/router.go</vt:lpstr>
      <vt:lpstr>Main.go</vt:lpstr>
      <vt:lpstr>Test app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API Using Go</dc:title>
  <dc:creator>Microsoft account</dc:creator>
  <cp:lastModifiedBy>Microsoft account</cp:lastModifiedBy>
  <cp:revision>19</cp:revision>
  <dcterms:created xsi:type="dcterms:W3CDTF">2025-07-04T07:07:23Z</dcterms:created>
  <dcterms:modified xsi:type="dcterms:W3CDTF">2025-07-07T09:24:49Z</dcterms:modified>
</cp:coreProperties>
</file>